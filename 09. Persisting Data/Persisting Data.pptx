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</p:sldIdLst>
  <p:sldSz cx="9144000" cy="6858000" type="screen4x3"/>
  <p:notesSz cx="6858000" cy="9144000"/>
  <p:embeddedFontLst>
    <p:embeddedFont>
      <p:font typeface="Economica" panose="02000506040000020004" pitchFamily="2" charset="77"/>
      <p:regular r:id="rId26"/>
      <p:bold r:id="rId27"/>
      <p:italic r:id="rId28"/>
      <p:boldItalic r:id="rId29"/>
    </p:embeddedFont>
    <p:embeddedFont>
      <p:font typeface="Open Sans" panose="020B0606030504020204" pitchFamily="34" charset="0"/>
      <p:regular r:id="rId30"/>
      <p:bold r:id="rId31"/>
      <p:italic r:id="rId32"/>
      <p:boldItalic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A16068D-2F13-CA44-9725-40FC0ECDD9CA}" v="3" dt="2023-05-17T12:53:27.1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869"/>
    <p:restoredTop sz="94649"/>
  </p:normalViewPr>
  <p:slideViewPr>
    <p:cSldViewPr snapToGrid="0" snapToObjects="1">
      <p:cViewPr varScale="1">
        <p:scale>
          <a:sx n="140" d="100"/>
          <a:sy n="140" d="100"/>
        </p:scale>
        <p:origin x="29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9" Type="http://schemas.microsoft.com/office/2015/10/relationships/revisionInfo" Target="revisionInfo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openxmlformats.org/officeDocument/2006/relationships/font" Target="fonts/font8.fntdata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7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cardo Berta" userId="c8694f89-bba4-4576-b0a8-456619ca5a8c" providerId="ADAL" clId="{BDE16916-5F1F-B640-862F-454FEF94E1A1}"/>
    <pc:docChg chg="undo custSel modSld">
      <pc:chgData name="Riccardo Berta" userId="c8694f89-bba4-4576-b0a8-456619ca5a8c" providerId="ADAL" clId="{BDE16916-5F1F-B640-862F-454FEF94E1A1}" dt="2022-05-06T13:02:22.784" v="106" actId="20577"/>
      <pc:docMkLst>
        <pc:docMk/>
      </pc:docMkLst>
      <pc:sldChg chg="modSp">
        <pc:chgData name="Riccardo Berta" userId="c8694f89-bba4-4576-b0a8-456619ca5a8c" providerId="ADAL" clId="{BDE16916-5F1F-B640-862F-454FEF94E1A1}" dt="2022-05-03T07:29:34.506" v="0"/>
        <pc:sldMkLst>
          <pc:docMk/>
          <pc:sldMk cId="0" sldId="257"/>
        </pc:sldMkLst>
        <pc:picChg chg="mod">
          <ac:chgData name="Riccardo Berta" userId="c8694f89-bba4-4576-b0a8-456619ca5a8c" providerId="ADAL" clId="{BDE16916-5F1F-B640-862F-454FEF94E1A1}" dt="2022-05-03T07:29:34.506" v="0"/>
          <ac:picMkLst>
            <pc:docMk/>
            <pc:sldMk cId="0" sldId="257"/>
            <ac:picMk id="86" creationId="{00000000-0000-0000-0000-000000000000}"/>
          </ac:picMkLst>
        </pc:picChg>
      </pc:sldChg>
      <pc:sldChg chg="modSp mod">
        <pc:chgData name="Riccardo Berta" userId="c8694f89-bba4-4576-b0a8-456619ca5a8c" providerId="ADAL" clId="{BDE16916-5F1F-B640-862F-454FEF94E1A1}" dt="2022-05-03T07:30:13.773" v="3"/>
        <pc:sldMkLst>
          <pc:docMk/>
          <pc:sldMk cId="0" sldId="258"/>
        </pc:sldMkLst>
        <pc:picChg chg="mod">
          <ac:chgData name="Riccardo Berta" userId="c8694f89-bba4-4576-b0a8-456619ca5a8c" providerId="ADAL" clId="{BDE16916-5F1F-B640-862F-454FEF94E1A1}" dt="2022-05-03T07:29:58.370" v="1"/>
          <ac:picMkLst>
            <pc:docMk/>
            <pc:sldMk cId="0" sldId="258"/>
            <ac:picMk id="93" creationId="{00000000-0000-0000-0000-000000000000}"/>
          </ac:picMkLst>
        </pc:picChg>
        <pc:picChg chg="mod">
          <ac:chgData name="Riccardo Berta" userId="c8694f89-bba4-4576-b0a8-456619ca5a8c" providerId="ADAL" clId="{BDE16916-5F1F-B640-862F-454FEF94E1A1}" dt="2022-05-03T07:30:13.773" v="3"/>
          <ac:picMkLst>
            <pc:docMk/>
            <pc:sldMk cId="0" sldId="258"/>
            <ac:picMk id="94" creationId="{00000000-0000-0000-0000-000000000000}"/>
          </ac:picMkLst>
        </pc:picChg>
      </pc:sldChg>
      <pc:sldChg chg="modSp mod">
        <pc:chgData name="Riccardo Berta" userId="c8694f89-bba4-4576-b0a8-456619ca5a8c" providerId="ADAL" clId="{BDE16916-5F1F-B640-862F-454FEF94E1A1}" dt="2022-05-04T06:20:19.977" v="26" actId="20577"/>
        <pc:sldMkLst>
          <pc:docMk/>
          <pc:sldMk cId="0" sldId="259"/>
        </pc:sldMkLst>
        <pc:spChg chg="mod">
          <ac:chgData name="Riccardo Berta" userId="c8694f89-bba4-4576-b0a8-456619ca5a8c" providerId="ADAL" clId="{BDE16916-5F1F-B640-862F-454FEF94E1A1}" dt="2022-05-04T06:20:19.977" v="26" actId="20577"/>
          <ac:spMkLst>
            <pc:docMk/>
            <pc:sldMk cId="0" sldId="259"/>
            <ac:spMk id="100" creationId="{00000000-0000-0000-0000-000000000000}"/>
          </ac:spMkLst>
        </pc:spChg>
        <pc:picChg chg="mod">
          <ac:chgData name="Riccardo Berta" userId="c8694f89-bba4-4576-b0a8-456619ca5a8c" providerId="ADAL" clId="{BDE16916-5F1F-B640-862F-454FEF94E1A1}" dt="2022-05-03T07:30:28.834" v="4"/>
          <ac:picMkLst>
            <pc:docMk/>
            <pc:sldMk cId="0" sldId="259"/>
            <ac:picMk id="101" creationId="{00000000-0000-0000-0000-000000000000}"/>
          </ac:picMkLst>
        </pc:picChg>
        <pc:picChg chg="mod">
          <ac:chgData name="Riccardo Berta" userId="c8694f89-bba4-4576-b0a8-456619ca5a8c" providerId="ADAL" clId="{BDE16916-5F1F-B640-862F-454FEF94E1A1}" dt="2022-05-03T07:30:50.609" v="7"/>
          <ac:picMkLst>
            <pc:docMk/>
            <pc:sldMk cId="0" sldId="259"/>
            <ac:picMk id="102" creationId="{00000000-0000-0000-0000-000000000000}"/>
          </ac:picMkLst>
        </pc:picChg>
        <pc:picChg chg="mod">
          <ac:chgData name="Riccardo Berta" userId="c8694f89-bba4-4576-b0a8-456619ca5a8c" providerId="ADAL" clId="{BDE16916-5F1F-B640-862F-454FEF94E1A1}" dt="2022-05-03T07:31:02.378" v="8"/>
          <ac:picMkLst>
            <pc:docMk/>
            <pc:sldMk cId="0" sldId="259"/>
            <ac:picMk id="103" creationId="{00000000-0000-0000-0000-000000000000}"/>
          </ac:picMkLst>
        </pc:picChg>
      </pc:sldChg>
      <pc:sldChg chg="modSp mod">
        <pc:chgData name="Riccardo Berta" userId="c8694f89-bba4-4576-b0a8-456619ca5a8c" providerId="ADAL" clId="{BDE16916-5F1F-B640-862F-454FEF94E1A1}" dt="2022-05-04T06:20:40.159" v="30" actId="12"/>
        <pc:sldMkLst>
          <pc:docMk/>
          <pc:sldMk cId="0" sldId="260"/>
        </pc:sldMkLst>
        <pc:spChg chg="mod">
          <ac:chgData name="Riccardo Berta" userId="c8694f89-bba4-4576-b0a8-456619ca5a8c" providerId="ADAL" clId="{BDE16916-5F1F-B640-862F-454FEF94E1A1}" dt="2022-05-04T06:20:40.159" v="30" actId="12"/>
          <ac:spMkLst>
            <pc:docMk/>
            <pc:sldMk cId="0" sldId="260"/>
            <ac:spMk id="109" creationId="{00000000-0000-0000-0000-000000000000}"/>
          </ac:spMkLst>
        </pc:spChg>
        <pc:picChg chg="mod">
          <ac:chgData name="Riccardo Berta" userId="c8694f89-bba4-4576-b0a8-456619ca5a8c" providerId="ADAL" clId="{BDE16916-5F1F-B640-862F-454FEF94E1A1}" dt="2022-05-03T07:31:16.970" v="9"/>
          <ac:picMkLst>
            <pc:docMk/>
            <pc:sldMk cId="0" sldId="260"/>
            <ac:picMk id="110" creationId="{00000000-0000-0000-0000-000000000000}"/>
          </ac:picMkLst>
        </pc:picChg>
      </pc:sldChg>
      <pc:sldChg chg="modSp mod">
        <pc:chgData name="Riccardo Berta" userId="c8694f89-bba4-4576-b0a8-456619ca5a8c" providerId="ADAL" clId="{BDE16916-5F1F-B640-862F-454FEF94E1A1}" dt="2022-05-04T08:30:34.254" v="42" actId="20577"/>
        <pc:sldMkLst>
          <pc:docMk/>
          <pc:sldMk cId="0" sldId="261"/>
        </pc:sldMkLst>
        <pc:spChg chg="mod">
          <ac:chgData name="Riccardo Berta" userId="c8694f89-bba4-4576-b0a8-456619ca5a8c" providerId="ADAL" clId="{BDE16916-5F1F-B640-862F-454FEF94E1A1}" dt="2022-05-04T08:30:34.254" v="42" actId="20577"/>
          <ac:spMkLst>
            <pc:docMk/>
            <pc:sldMk cId="0" sldId="261"/>
            <ac:spMk id="116" creationId="{00000000-0000-0000-0000-000000000000}"/>
          </ac:spMkLst>
        </pc:spChg>
        <pc:picChg chg="mod">
          <ac:chgData name="Riccardo Berta" userId="c8694f89-bba4-4576-b0a8-456619ca5a8c" providerId="ADAL" clId="{BDE16916-5F1F-B640-862F-454FEF94E1A1}" dt="2022-05-03T07:31:30.739" v="10"/>
          <ac:picMkLst>
            <pc:docMk/>
            <pc:sldMk cId="0" sldId="261"/>
            <ac:picMk id="117" creationId="{00000000-0000-0000-0000-000000000000}"/>
          </ac:picMkLst>
        </pc:picChg>
        <pc:picChg chg="mod">
          <ac:chgData name="Riccardo Berta" userId="c8694f89-bba4-4576-b0a8-456619ca5a8c" providerId="ADAL" clId="{BDE16916-5F1F-B640-862F-454FEF94E1A1}" dt="2022-05-03T07:31:43.624" v="11"/>
          <ac:picMkLst>
            <pc:docMk/>
            <pc:sldMk cId="0" sldId="261"/>
            <ac:picMk id="118" creationId="{00000000-0000-0000-0000-000000000000}"/>
          </ac:picMkLst>
        </pc:picChg>
      </pc:sldChg>
      <pc:sldChg chg="modSp">
        <pc:chgData name="Riccardo Berta" userId="c8694f89-bba4-4576-b0a8-456619ca5a8c" providerId="ADAL" clId="{BDE16916-5F1F-B640-862F-454FEF94E1A1}" dt="2022-05-03T07:32:02.363" v="12"/>
        <pc:sldMkLst>
          <pc:docMk/>
          <pc:sldMk cId="0" sldId="262"/>
        </pc:sldMkLst>
        <pc:picChg chg="mod">
          <ac:chgData name="Riccardo Berta" userId="c8694f89-bba4-4576-b0a8-456619ca5a8c" providerId="ADAL" clId="{BDE16916-5F1F-B640-862F-454FEF94E1A1}" dt="2022-05-03T07:32:02.363" v="12"/>
          <ac:picMkLst>
            <pc:docMk/>
            <pc:sldMk cId="0" sldId="262"/>
            <ac:picMk id="125" creationId="{00000000-0000-0000-0000-000000000000}"/>
          </ac:picMkLst>
        </pc:picChg>
      </pc:sldChg>
      <pc:sldChg chg="modSp mod">
        <pc:chgData name="Riccardo Berta" userId="c8694f89-bba4-4576-b0a8-456619ca5a8c" providerId="ADAL" clId="{BDE16916-5F1F-B640-862F-454FEF94E1A1}" dt="2022-05-06T12:39:13.850" v="63" actId="20577"/>
        <pc:sldMkLst>
          <pc:docMk/>
          <pc:sldMk cId="0" sldId="264"/>
        </pc:sldMkLst>
        <pc:spChg chg="mod">
          <ac:chgData name="Riccardo Berta" userId="c8694f89-bba4-4576-b0a8-456619ca5a8c" providerId="ADAL" clId="{BDE16916-5F1F-B640-862F-454FEF94E1A1}" dt="2022-05-06T12:39:13.850" v="63" actId="20577"/>
          <ac:spMkLst>
            <pc:docMk/>
            <pc:sldMk cId="0" sldId="264"/>
            <ac:spMk id="137" creationId="{00000000-0000-0000-0000-000000000000}"/>
          </ac:spMkLst>
        </pc:spChg>
        <pc:picChg chg="mod">
          <ac:chgData name="Riccardo Berta" userId="c8694f89-bba4-4576-b0a8-456619ca5a8c" providerId="ADAL" clId="{BDE16916-5F1F-B640-862F-454FEF94E1A1}" dt="2022-05-03T07:32:19.374" v="13"/>
          <ac:picMkLst>
            <pc:docMk/>
            <pc:sldMk cId="0" sldId="264"/>
            <ac:picMk id="138" creationId="{00000000-0000-0000-0000-000000000000}"/>
          </ac:picMkLst>
        </pc:picChg>
      </pc:sldChg>
      <pc:sldChg chg="modSp">
        <pc:chgData name="Riccardo Berta" userId="c8694f89-bba4-4576-b0a8-456619ca5a8c" providerId="ADAL" clId="{BDE16916-5F1F-B640-862F-454FEF94E1A1}" dt="2022-05-03T07:33:00.197" v="16"/>
        <pc:sldMkLst>
          <pc:docMk/>
          <pc:sldMk cId="0" sldId="265"/>
        </pc:sldMkLst>
        <pc:picChg chg="mod">
          <ac:chgData name="Riccardo Berta" userId="c8694f89-bba4-4576-b0a8-456619ca5a8c" providerId="ADAL" clId="{BDE16916-5F1F-B640-862F-454FEF94E1A1}" dt="2022-05-03T07:32:32.847" v="14"/>
          <ac:picMkLst>
            <pc:docMk/>
            <pc:sldMk cId="0" sldId="265"/>
            <ac:picMk id="145" creationId="{00000000-0000-0000-0000-000000000000}"/>
          </ac:picMkLst>
        </pc:picChg>
        <pc:picChg chg="mod">
          <ac:chgData name="Riccardo Berta" userId="c8694f89-bba4-4576-b0a8-456619ca5a8c" providerId="ADAL" clId="{BDE16916-5F1F-B640-862F-454FEF94E1A1}" dt="2022-05-03T07:32:46.401" v="15"/>
          <ac:picMkLst>
            <pc:docMk/>
            <pc:sldMk cId="0" sldId="265"/>
            <ac:picMk id="146" creationId="{00000000-0000-0000-0000-000000000000}"/>
          </ac:picMkLst>
        </pc:picChg>
        <pc:picChg chg="mod">
          <ac:chgData name="Riccardo Berta" userId="c8694f89-bba4-4576-b0a8-456619ca5a8c" providerId="ADAL" clId="{BDE16916-5F1F-B640-862F-454FEF94E1A1}" dt="2022-05-03T07:33:00.197" v="16"/>
          <ac:picMkLst>
            <pc:docMk/>
            <pc:sldMk cId="0" sldId="265"/>
            <ac:picMk id="147" creationId="{00000000-0000-0000-0000-000000000000}"/>
          </ac:picMkLst>
        </pc:picChg>
      </pc:sldChg>
      <pc:sldChg chg="modSp mod modNotes">
        <pc:chgData name="Riccardo Berta" userId="c8694f89-bba4-4576-b0a8-456619ca5a8c" providerId="ADAL" clId="{BDE16916-5F1F-B640-862F-454FEF94E1A1}" dt="2022-05-06T13:02:22.784" v="106" actId="20577"/>
        <pc:sldMkLst>
          <pc:docMk/>
          <pc:sldMk cId="0" sldId="266"/>
        </pc:sldMkLst>
        <pc:spChg chg="mod">
          <ac:chgData name="Riccardo Berta" userId="c8694f89-bba4-4576-b0a8-456619ca5a8c" providerId="ADAL" clId="{BDE16916-5F1F-B640-862F-454FEF94E1A1}" dt="2022-05-06T13:02:22.784" v="106" actId="20577"/>
          <ac:spMkLst>
            <pc:docMk/>
            <pc:sldMk cId="0" sldId="266"/>
            <ac:spMk id="153" creationId="{00000000-0000-0000-0000-000000000000}"/>
          </ac:spMkLst>
        </pc:spChg>
        <pc:picChg chg="mod">
          <ac:chgData name="Riccardo Berta" userId="c8694f89-bba4-4576-b0a8-456619ca5a8c" providerId="ADAL" clId="{BDE16916-5F1F-B640-862F-454FEF94E1A1}" dt="2022-05-03T07:33:16.174" v="17"/>
          <ac:picMkLst>
            <pc:docMk/>
            <pc:sldMk cId="0" sldId="266"/>
            <ac:picMk id="154" creationId="{00000000-0000-0000-0000-000000000000}"/>
          </ac:picMkLst>
        </pc:picChg>
      </pc:sldChg>
      <pc:sldChg chg="modSp">
        <pc:chgData name="Riccardo Berta" userId="c8694f89-bba4-4576-b0a8-456619ca5a8c" providerId="ADAL" clId="{BDE16916-5F1F-B640-862F-454FEF94E1A1}" dt="2022-05-03T07:33:28.828" v="18"/>
        <pc:sldMkLst>
          <pc:docMk/>
          <pc:sldMk cId="0" sldId="267"/>
        </pc:sldMkLst>
        <pc:picChg chg="mod">
          <ac:chgData name="Riccardo Berta" userId="c8694f89-bba4-4576-b0a8-456619ca5a8c" providerId="ADAL" clId="{BDE16916-5F1F-B640-862F-454FEF94E1A1}" dt="2022-05-03T07:33:28.828" v="18"/>
          <ac:picMkLst>
            <pc:docMk/>
            <pc:sldMk cId="0" sldId="267"/>
            <ac:picMk id="161" creationId="{00000000-0000-0000-0000-000000000000}"/>
          </ac:picMkLst>
        </pc:picChg>
      </pc:sldChg>
      <pc:sldChg chg="modSp">
        <pc:chgData name="Riccardo Berta" userId="c8694f89-bba4-4576-b0a8-456619ca5a8c" providerId="ADAL" clId="{BDE16916-5F1F-B640-862F-454FEF94E1A1}" dt="2022-05-03T07:33:52.578" v="20"/>
        <pc:sldMkLst>
          <pc:docMk/>
          <pc:sldMk cId="0" sldId="268"/>
        </pc:sldMkLst>
        <pc:picChg chg="mod">
          <ac:chgData name="Riccardo Berta" userId="c8694f89-bba4-4576-b0a8-456619ca5a8c" providerId="ADAL" clId="{BDE16916-5F1F-B640-862F-454FEF94E1A1}" dt="2022-05-03T07:33:42.115" v="19"/>
          <ac:picMkLst>
            <pc:docMk/>
            <pc:sldMk cId="0" sldId="268"/>
            <ac:picMk id="168" creationId="{00000000-0000-0000-0000-000000000000}"/>
          </ac:picMkLst>
        </pc:picChg>
        <pc:picChg chg="mod">
          <ac:chgData name="Riccardo Berta" userId="c8694f89-bba4-4576-b0a8-456619ca5a8c" providerId="ADAL" clId="{BDE16916-5F1F-B640-862F-454FEF94E1A1}" dt="2022-05-03T07:33:52.578" v="20"/>
          <ac:picMkLst>
            <pc:docMk/>
            <pc:sldMk cId="0" sldId="268"/>
            <ac:picMk id="169" creationId="{00000000-0000-0000-0000-000000000000}"/>
          </ac:picMkLst>
        </pc:picChg>
      </pc:sldChg>
      <pc:sldChg chg="modSp mod">
        <pc:chgData name="Riccardo Berta" userId="c8694f89-bba4-4576-b0a8-456619ca5a8c" providerId="ADAL" clId="{BDE16916-5F1F-B640-862F-454FEF94E1A1}" dt="2022-05-04T06:31:55.111" v="39" actId="12"/>
        <pc:sldMkLst>
          <pc:docMk/>
          <pc:sldMk cId="0" sldId="269"/>
        </pc:sldMkLst>
        <pc:spChg chg="mod">
          <ac:chgData name="Riccardo Berta" userId="c8694f89-bba4-4576-b0a8-456619ca5a8c" providerId="ADAL" clId="{BDE16916-5F1F-B640-862F-454FEF94E1A1}" dt="2022-05-04T06:31:55.111" v="39" actId="12"/>
          <ac:spMkLst>
            <pc:docMk/>
            <pc:sldMk cId="0" sldId="269"/>
            <ac:spMk id="175" creationId="{00000000-0000-0000-0000-000000000000}"/>
          </ac:spMkLst>
        </pc:spChg>
        <pc:picChg chg="mod">
          <ac:chgData name="Riccardo Berta" userId="c8694f89-bba4-4576-b0a8-456619ca5a8c" providerId="ADAL" clId="{BDE16916-5F1F-B640-862F-454FEF94E1A1}" dt="2022-05-03T07:34:09.745" v="21"/>
          <ac:picMkLst>
            <pc:docMk/>
            <pc:sldMk cId="0" sldId="269"/>
            <ac:picMk id="176" creationId="{00000000-0000-0000-0000-000000000000}"/>
          </ac:picMkLst>
        </pc:picChg>
      </pc:sldChg>
      <pc:sldChg chg="modSp">
        <pc:chgData name="Riccardo Berta" userId="c8694f89-bba4-4576-b0a8-456619ca5a8c" providerId="ADAL" clId="{BDE16916-5F1F-B640-862F-454FEF94E1A1}" dt="2022-05-03T07:34:35.991" v="23"/>
        <pc:sldMkLst>
          <pc:docMk/>
          <pc:sldMk cId="0" sldId="270"/>
        </pc:sldMkLst>
        <pc:picChg chg="mod">
          <ac:chgData name="Riccardo Berta" userId="c8694f89-bba4-4576-b0a8-456619ca5a8c" providerId="ADAL" clId="{BDE16916-5F1F-B640-862F-454FEF94E1A1}" dt="2022-05-03T07:34:35.991" v="23"/>
          <ac:picMkLst>
            <pc:docMk/>
            <pc:sldMk cId="0" sldId="270"/>
            <ac:picMk id="183" creationId="{00000000-0000-0000-0000-000000000000}"/>
          </ac:picMkLst>
        </pc:picChg>
      </pc:sldChg>
      <pc:sldChg chg="modSp">
        <pc:chgData name="Riccardo Berta" userId="c8694f89-bba4-4576-b0a8-456619ca5a8c" providerId="ADAL" clId="{BDE16916-5F1F-B640-862F-454FEF94E1A1}" dt="2022-05-03T07:34:49.775" v="24"/>
        <pc:sldMkLst>
          <pc:docMk/>
          <pc:sldMk cId="0" sldId="271"/>
        </pc:sldMkLst>
        <pc:picChg chg="mod">
          <ac:chgData name="Riccardo Berta" userId="c8694f89-bba4-4576-b0a8-456619ca5a8c" providerId="ADAL" clId="{BDE16916-5F1F-B640-862F-454FEF94E1A1}" dt="2022-05-03T07:34:49.775" v="24"/>
          <ac:picMkLst>
            <pc:docMk/>
            <pc:sldMk cId="0" sldId="271"/>
            <ac:picMk id="191" creationId="{00000000-0000-0000-0000-000000000000}"/>
          </ac:picMkLst>
        </pc:picChg>
      </pc:sldChg>
      <pc:sldChg chg="modSp">
        <pc:chgData name="Riccardo Berta" userId="c8694f89-bba4-4576-b0a8-456619ca5a8c" providerId="ADAL" clId="{BDE16916-5F1F-B640-862F-454FEF94E1A1}" dt="2022-05-03T07:35:06.701" v="25"/>
        <pc:sldMkLst>
          <pc:docMk/>
          <pc:sldMk cId="0" sldId="272"/>
        </pc:sldMkLst>
        <pc:picChg chg="mod">
          <ac:chgData name="Riccardo Berta" userId="c8694f89-bba4-4576-b0a8-456619ca5a8c" providerId="ADAL" clId="{BDE16916-5F1F-B640-862F-454FEF94E1A1}" dt="2022-05-03T07:35:06.701" v="25"/>
          <ac:picMkLst>
            <pc:docMk/>
            <pc:sldMk cId="0" sldId="272"/>
            <ac:picMk id="198" creationId="{00000000-0000-0000-0000-000000000000}"/>
          </ac:picMkLst>
        </pc:picChg>
      </pc:sldChg>
    </pc:docChg>
  </pc:docChgLst>
  <pc:docChgLst>
    <pc:chgData name="Riccardo Berta" userId="c8694f89-bba4-4576-b0a8-456619ca5a8c" providerId="ADAL" clId="{EA16068D-2F13-CA44-9725-40FC0ECDD9CA}"/>
    <pc:docChg chg="undo custSel delSld modSld sldOrd">
      <pc:chgData name="Riccardo Berta" userId="c8694f89-bba4-4576-b0a8-456619ca5a8c" providerId="ADAL" clId="{EA16068D-2F13-CA44-9725-40FC0ECDD9CA}" dt="2023-05-17T12:53:25.595" v="773" actId="20578"/>
      <pc:docMkLst>
        <pc:docMk/>
      </pc:docMkLst>
      <pc:sldChg chg="modSp mod">
        <pc:chgData name="Riccardo Berta" userId="c8694f89-bba4-4576-b0a8-456619ca5a8c" providerId="ADAL" clId="{EA16068D-2F13-CA44-9725-40FC0ECDD9CA}" dt="2023-05-11T11:49:07.018" v="47" actId="403"/>
        <pc:sldMkLst>
          <pc:docMk/>
          <pc:sldMk cId="0" sldId="258"/>
        </pc:sldMkLst>
        <pc:spChg chg="mod">
          <ac:chgData name="Riccardo Berta" userId="c8694f89-bba4-4576-b0a8-456619ca5a8c" providerId="ADAL" clId="{EA16068D-2F13-CA44-9725-40FC0ECDD9CA}" dt="2023-05-11T11:49:07.018" v="47" actId="403"/>
          <ac:spMkLst>
            <pc:docMk/>
            <pc:sldMk cId="0" sldId="258"/>
            <ac:spMk id="92" creationId="{00000000-0000-0000-0000-000000000000}"/>
          </ac:spMkLst>
        </pc:spChg>
      </pc:sldChg>
      <pc:sldChg chg="modSp mod">
        <pc:chgData name="Riccardo Berta" userId="c8694f89-bba4-4576-b0a8-456619ca5a8c" providerId="ADAL" clId="{EA16068D-2F13-CA44-9725-40FC0ECDD9CA}" dt="2023-05-11T11:49:25.453" v="69" actId="1036"/>
        <pc:sldMkLst>
          <pc:docMk/>
          <pc:sldMk cId="0" sldId="259"/>
        </pc:sldMkLst>
        <pc:picChg chg="mod">
          <ac:chgData name="Riccardo Berta" userId="c8694f89-bba4-4576-b0a8-456619ca5a8c" providerId="ADAL" clId="{EA16068D-2F13-CA44-9725-40FC0ECDD9CA}" dt="2023-05-11T11:49:13.124" v="48" actId="1076"/>
          <ac:picMkLst>
            <pc:docMk/>
            <pc:sldMk cId="0" sldId="259"/>
            <ac:picMk id="101" creationId="{00000000-0000-0000-0000-000000000000}"/>
          </ac:picMkLst>
        </pc:picChg>
        <pc:picChg chg="mod">
          <ac:chgData name="Riccardo Berta" userId="c8694f89-bba4-4576-b0a8-456619ca5a8c" providerId="ADAL" clId="{EA16068D-2F13-CA44-9725-40FC0ECDD9CA}" dt="2023-05-11T11:49:20.247" v="63" actId="1035"/>
          <ac:picMkLst>
            <pc:docMk/>
            <pc:sldMk cId="0" sldId="259"/>
            <ac:picMk id="102" creationId="{00000000-0000-0000-0000-000000000000}"/>
          </ac:picMkLst>
        </pc:picChg>
        <pc:picChg chg="mod">
          <ac:chgData name="Riccardo Berta" userId="c8694f89-bba4-4576-b0a8-456619ca5a8c" providerId="ADAL" clId="{EA16068D-2F13-CA44-9725-40FC0ECDD9CA}" dt="2023-05-11T11:49:25.453" v="69" actId="1036"/>
          <ac:picMkLst>
            <pc:docMk/>
            <pc:sldMk cId="0" sldId="259"/>
            <ac:picMk id="103" creationId="{00000000-0000-0000-0000-000000000000}"/>
          </ac:picMkLst>
        </pc:picChg>
      </pc:sldChg>
      <pc:sldChg chg="modSp mod">
        <pc:chgData name="Riccardo Berta" userId="c8694f89-bba4-4576-b0a8-456619ca5a8c" providerId="ADAL" clId="{EA16068D-2F13-CA44-9725-40FC0ECDD9CA}" dt="2023-05-11T11:48:30.095" v="3" actId="20577"/>
        <pc:sldMkLst>
          <pc:docMk/>
          <pc:sldMk cId="0" sldId="260"/>
        </pc:sldMkLst>
        <pc:spChg chg="mod">
          <ac:chgData name="Riccardo Berta" userId="c8694f89-bba4-4576-b0a8-456619ca5a8c" providerId="ADAL" clId="{EA16068D-2F13-CA44-9725-40FC0ECDD9CA}" dt="2023-05-11T11:48:30.095" v="3" actId="20577"/>
          <ac:spMkLst>
            <pc:docMk/>
            <pc:sldMk cId="0" sldId="260"/>
            <ac:spMk id="109" creationId="{00000000-0000-0000-0000-000000000000}"/>
          </ac:spMkLst>
        </pc:spChg>
      </pc:sldChg>
      <pc:sldChg chg="modSp mod">
        <pc:chgData name="Riccardo Berta" userId="c8694f89-bba4-4576-b0a8-456619ca5a8c" providerId="ADAL" clId="{EA16068D-2F13-CA44-9725-40FC0ECDD9CA}" dt="2023-05-17T12:24:44.233" v="772" actId="15"/>
        <pc:sldMkLst>
          <pc:docMk/>
          <pc:sldMk cId="0" sldId="261"/>
        </pc:sldMkLst>
        <pc:spChg chg="mod">
          <ac:chgData name="Riccardo Berta" userId="c8694f89-bba4-4576-b0a8-456619ca5a8c" providerId="ADAL" clId="{EA16068D-2F13-CA44-9725-40FC0ECDD9CA}" dt="2023-05-17T12:24:44.233" v="772" actId="15"/>
          <ac:spMkLst>
            <pc:docMk/>
            <pc:sldMk cId="0" sldId="261"/>
            <ac:spMk id="116" creationId="{00000000-0000-0000-0000-000000000000}"/>
          </ac:spMkLst>
        </pc:spChg>
      </pc:sldChg>
      <pc:sldChg chg="modSp mod">
        <pc:chgData name="Riccardo Berta" userId="c8694f89-bba4-4576-b0a8-456619ca5a8c" providerId="ADAL" clId="{EA16068D-2F13-CA44-9725-40FC0ECDD9CA}" dt="2023-05-11T11:50:55.251" v="99" actId="14100"/>
        <pc:sldMkLst>
          <pc:docMk/>
          <pc:sldMk cId="0" sldId="262"/>
        </pc:sldMkLst>
        <pc:spChg chg="mod">
          <ac:chgData name="Riccardo Berta" userId="c8694f89-bba4-4576-b0a8-456619ca5a8c" providerId="ADAL" clId="{EA16068D-2F13-CA44-9725-40FC0ECDD9CA}" dt="2023-05-11T11:50:55.251" v="99" actId="14100"/>
          <ac:spMkLst>
            <pc:docMk/>
            <pc:sldMk cId="0" sldId="262"/>
            <ac:spMk id="124" creationId="{00000000-0000-0000-0000-000000000000}"/>
          </ac:spMkLst>
        </pc:spChg>
      </pc:sldChg>
      <pc:sldChg chg="del ord">
        <pc:chgData name="Riccardo Berta" userId="c8694f89-bba4-4576-b0a8-456619ca5a8c" providerId="ADAL" clId="{EA16068D-2F13-CA44-9725-40FC0ECDD9CA}" dt="2023-05-11T11:51:46.593" v="115" actId="2696"/>
        <pc:sldMkLst>
          <pc:docMk/>
          <pc:sldMk cId="0" sldId="263"/>
        </pc:sldMkLst>
      </pc:sldChg>
      <pc:sldChg chg="modSp mod">
        <pc:chgData name="Riccardo Berta" userId="c8694f89-bba4-4576-b0a8-456619ca5a8c" providerId="ADAL" clId="{EA16068D-2F13-CA44-9725-40FC0ECDD9CA}" dt="2023-05-11T11:52:52.226" v="158" actId="404"/>
        <pc:sldMkLst>
          <pc:docMk/>
          <pc:sldMk cId="0" sldId="264"/>
        </pc:sldMkLst>
        <pc:spChg chg="mod">
          <ac:chgData name="Riccardo Berta" userId="c8694f89-bba4-4576-b0a8-456619ca5a8c" providerId="ADAL" clId="{EA16068D-2F13-CA44-9725-40FC0ECDD9CA}" dt="2023-05-11T11:52:52.226" v="158" actId="404"/>
          <ac:spMkLst>
            <pc:docMk/>
            <pc:sldMk cId="0" sldId="264"/>
            <ac:spMk id="137" creationId="{00000000-0000-0000-0000-000000000000}"/>
          </ac:spMkLst>
        </pc:spChg>
      </pc:sldChg>
      <pc:sldChg chg="modSp mod">
        <pc:chgData name="Riccardo Berta" userId="c8694f89-bba4-4576-b0a8-456619ca5a8c" providerId="ADAL" clId="{EA16068D-2F13-CA44-9725-40FC0ECDD9CA}" dt="2023-05-17T12:53:25.595" v="773" actId="20578"/>
        <pc:sldMkLst>
          <pc:docMk/>
          <pc:sldMk cId="0" sldId="265"/>
        </pc:sldMkLst>
        <pc:spChg chg="mod">
          <ac:chgData name="Riccardo Berta" userId="c8694f89-bba4-4576-b0a8-456619ca5a8c" providerId="ADAL" clId="{EA16068D-2F13-CA44-9725-40FC0ECDD9CA}" dt="2023-05-17T12:53:25.595" v="773" actId="20578"/>
          <ac:spMkLst>
            <pc:docMk/>
            <pc:sldMk cId="0" sldId="265"/>
            <ac:spMk id="144" creationId="{00000000-0000-0000-0000-000000000000}"/>
          </ac:spMkLst>
        </pc:spChg>
        <pc:picChg chg="mod">
          <ac:chgData name="Riccardo Berta" userId="c8694f89-bba4-4576-b0a8-456619ca5a8c" providerId="ADAL" clId="{EA16068D-2F13-CA44-9725-40FC0ECDD9CA}" dt="2023-05-11T11:54:33.127" v="204" actId="1076"/>
          <ac:picMkLst>
            <pc:docMk/>
            <pc:sldMk cId="0" sldId="265"/>
            <ac:picMk id="145" creationId="{00000000-0000-0000-0000-000000000000}"/>
          </ac:picMkLst>
        </pc:picChg>
        <pc:picChg chg="mod">
          <ac:chgData name="Riccardo Berta" userId="c8694f89-bba4-4576-b0a8-456619ca5a8c" providerId="ADAL" clId="{EA16068D-2F13-CA44-9725-40FC0ECDD9CA}" dt="2023-05-11T11:54:30.675" v="203" actId="1076"/>
          <ac:picMkLst>
            <pc:docMk/>
            <pc:sldMk cId="0" sldId="265"/>
            <ac:picMk id="146" creationId="{00000000-0000-0000-0000-000000000000}"/>
          </ac:picMkLst>
        </pc:picChg>
        <pc:picChg chg="mod">
          <ac:chgData name="Riccardo Berta" userId="c8694f89-bba4-4576-b0a8-456619ca5a8c" providerId="ADAL" clId="{EA16068D-2F13-CA44-9725-40FC0ECDD9CA}" dt="2023-05-11T11:54:27.963" v="202" actId="1076"/>
          <ac:picMkLst>
            <pc:docMk/>
            <pc:sldMk cId="0" sldId="265"/>
            <ac:picMk id="147" creationId="{00000000-0000-0000-0000-000000000000}"/>
          </ac:picMkLst>
        </pc:picChg>
      </pc:sldChg>
      <pc:sldChg chg="modSp mod">
        <pc:chgData name="Riccardo Berta" userId="c8694f89-bba4-4576-b0a8-456619ca5a8c" providerId="ADAL" clId="{EA16068D-2F13-CA44-9725-40FC0ECDD9CA}" dt="2023-05-17T10:25:14.059" v="268" actId="1076"/>
        <pc:sldMkLst>
          <pc:docMk/>
          <pc:sldMk cId="0" sldId="266"/>
        </pc:sldMkLst>
        <pc:spChg chg="mod">
          <ac:chgData name="Riccardo Berta" userId="c8694f89-bba4-4576-b0a8-456619ca5a8c" providerId="ADAL" clId="{EA16068D-2F13-CA44-9725-40FC0ECDD9CA}" dt="2023-05-17T10:25:14.059" v="268" actId="1076"/>
          <ac:spMkLst>
            <pc:docMk/>
            <pc:sldMk cId="0" sldId="266"/>
            <ac:spMk id="153" creationId="{00000000-0000-0000-0000-000000000000}"/>
          </ac:spMkLst>
        </pc:spChg>
      </pc:sldChg>
      <pc:sldChg chg="modSp mod">
        <pc:chgData name="Riccardo Berta" userId="c8694f89-bba4-4576-b0a8-456619ca5a8c" providerId="ADAL" clId="{EA16068D-2F13-CA44-9725-40FC0ECDD9CA}" dt="2023-05-17T10:27:49.052" v="334" actId="14100"/>
        <pc:sldMkLst>
          <pc:docMk/>
          <pc:sldMk cId="0" sldId="267"/>
        </pc:sldMkLst>
        <pc:spChg chg="mod">
          <ac:chgData name="Riccardo Berta" userId="c8694f89-bba4-4576-b0a8-456619ca5a8c" providerId="ADAL" clId="{EA16068D-2F13-CA44-9725-40FC0ECDD9CA}" dt="2023-05-17T10:27:49.052" v="334" actId="14100"/>
          <ac:spMkLst>
            <pc:docMk/>
            <pc:sldMk cId="0" sldId="267"/>
            <ac:spMk id="160" creationId="{00000000-0000-0000-0000-000000000000}"/>
          </ac:spMkLst>
        </pc:spChg>
      </pc:sldChg>
      <pc:sldChg chg="modSp mod">
        <pc:chgData name="Riccardo Berta" userId="c8694f89-bba4-4576-b0a8-456619ca5a8c" providerId="ADAL" clId="{EA16068D-2F13-CA44-9725-40FC0ECDD9CA}" dt="2023-05-17T10:29:31.409" v="366" actId="404"/>
        <pc:sldMkLst>
          <pc:docMk/>
          <pc:sldMk cId="0" sldId="268"/>
        </pc:sldMkLst>
        <pc:spChg chg="mod">
          <ac:chgData name="Riccardo Berta" userId="c8694f89-bba4-4576-b0a8-456619ca5a8c" providerId="ADAL" clId="{EA16068D-2F13-CA44-9725-40FC0ECDD9CA}" dt="2023-05-17T10:29:31.409" v="366" actId="404"/>
          <ac:spMkLst>
            <pc:docMk/>
            <pc:sldMk cId="0" sldId="268"/>
            <ac:spMk id="167" creationId="{00000000-0000-0000-0000-000000000000}"/>
          </ac:spMkLst>
        </pc:spChg>
        <pc:picChg chg="mod">
          <ac:chgData name="Riccardo Berta" userId="c8694f89-bba4-4576-b0a8-456619ca5a8c" providerId="ADAL" clId="{EA16068D-2F13-CA44-9725-40FC0ECDD9CA}" dt="2023-05-17T10:29:05.085" v="358" actId="1076"/>
          <ac:picMkLst>
            <pc:docMk/>
            <pc:sldMk cId="0" sldId="268"/>
            <ac:picMk id="169" creationId="{00000000-0000-0000-0000-000000000000}"/>
          </ac:picMkLst>
        </pc:picChg>
      </pc:sldChg>
      <pc:sldChg chg="modSp mod">
        <pc:chgData name="Riccardo Berta" userId="c8694f89-bba4-4576-b0a8-456619ca5a8c" providerId="ADAL" clId="{EA16068D-2F13-CA44-9725-40FC0ECDD9CA}" dt="2023-05-17T10:31:51.669" v="423" actId="20577"/>
        <pc:sldMkLst>
          <pc:docMk/>
          <pc:sldMk cId="0" sldId="269"/>
        </pc:sldMkLst>
        <pc:spChg chg="mod">
          <ac:chgData name="Riccardo Berta" userId="c8694f89-bba4-4576-b0a8-456619ca5a8c" providerId="ADAL" clId="{EA16068D-2F13-CA44-9725-40FC0ECDD9CA}" dt="2023-05-17T10:31:51.669" v="423" actId="20577"/>
          <ac:spMkLst>
            <pc:docMk/>
            <pc:sldMk cId="0" sldId="269"/>
            <ac:spMk id="175" creationId="{00000000-0000-0000-0000-000000000000}"/>
          </ac:spMkLst>
        </pc:spChg>
        <pc:picChg chg="mod">
          <ac:chgData name="Riccardo Berta" userId="c8694f89-bba4-4576-b0a8-456619ca5a8c" providerId="ADAL" clId="{EA16068D-2F13-CA44-9725-40FC0ECDD9CA}" dt="2023-05-17T10:29:40.350" v="367" actId="1076"/>
          <ac:picMkLst>
            <pc:docMk/>
            <pc:sldMk cId="0" sldId="269"/>
            <ac:picMk id="176" creationId="{00000000-0000-0000-0000-000000000000}"/>
          </ac:picMkLst>
        </pc:picChg>
      </pc:sldChg>
      <pc:sldChg chg="modSp mod">
        <pc:chgData name="Riccardo Berta" userId="c8694f89-bba4-4576-b0a8-456619ca5a8c" providerId="ADAL" clId="{EA16068D-2F13-CA44-9725-40FC0ECDD9CA}" dt="2023-05-17T10:33:44.895" v="455" actId="313"/>
        <pc:sldMkLst>
          <pc:docMk/>
          <pc:sldMk cId="0" sldId="270"/>
        </pc:sldMkLst>
        <pc:spChg chg="mod">
          <ac:chgData name="Riccardo Berta" userId="c8694f89-bba4-4576-b0a8-456619ca5a8c" providerId="ADAL" clId="{EA16068D-2F13-CA44-9725-40FC0ECDD9CA}" dt="2023-05-17T10:33:44.895" v="455" actId="313"/>
          <ac:spMkLst>
            <pc:docMk/>
            <pc:sldMk cId="0" sldId="270"/>
            <ac:spMk id="182" creationId="{00000000-0000-0000-0000-000000000000}"/>
          </ac:spMkLst>
        </pc:spChg>
      </pc:sldChg>
      <pc:sldChg chg="modSp mod">
        <pc:chgData name="Riccardo Berta" userId="c8694f89-bba4-4576-b0a8-456619ca5a8c" providerId="ADAL" clId="{EA16068D-2F13-CA44-9725-40FC0ECDD9CA}" dt="2023-05-17T10:42:26.636" v="701" actId="403"/>
        <pc:sldMkLst>
          <pc:docMk/>
          <pc:sldMk cId="0" sldId="271"/>
        </pc:sldMkLst>
        <pc:spChg chg="mod">
          <ac:chgData name="Riccardo Berta" userId="c8694f89-bba4-4576-b0a8-456619ca5a8c" providerId="ADAL" clId="{EA16068D-2F13-CA44-9725-40FC0ECDD9CA}" dt="2023-05-17T10:42:26.636" v="701" actId="403"/>
          <ac:spMkLst>
            <pc:docMk/>
            <pc:sldMk cId="0" sldId="271"/>
            <ac:spMk id="189" creationId="{00000000-0000-0000-0000-000000000000}"/>
          </ac:spMkLst>
        </pc:spChg>
        <pc:picChg chg="mod">
          <ac:chgData name="Riccardo Berta" userId="c8694f89-bba4-4576-b0a8-456619ca5a8c" providerId="ADAL" clId="{EA16068D-2F13-CA44-9725-40FC0ECDD9CA}" dt="2023-05-17T10:39:45.639" v="612" actId="1076"/>
          <ac:picMkLst>
            <pc:docMk/>
            <pc:sldMk cId="0" sldId="271"/>
            <ac:picMk id="190" creationId="{00000000-0000-0000-0000-000000000000}"/>
          </ac:picMkLst>
        </pc:picChg>
      </pc:sldChg>
      <pc:sldChg chg="modSp mod">
        <pc:chgData name="Riccardo Berta" userId="c8694f89-bba4-4576-b0a8-456619ca5a8c" providerId="ADAL" clId="{EA16068D-2F13-CA44-9725-40FC0ECDD9CA}" dt="2023-05-17T10:43:48.517" v="714" actId="404"/>
        <pc:sldMkLst>
          <pc:docMk/>
          <pc:sldMk cId="0" sldId="273"/>
        </pc:sldMkLst>
        <pc:spChg chg="mod">
          <ac:chgData name="Riccardo Berta" userId="c8694f89-bba4-4576-b0a8-456619ca5a8c" providerId="ADAL" clId="{EA16068D-2F13-CA44-9725-40FC0ECDD9CA}" dt="2023-05-17T10:43:48.517" v="714" actId="404"/>
          <ac:spMkLst>
            <pc:docMk/>
            <pc:sldMk cId="0" sldId="273"/>
            <ac:spMk id="204" creationId="{00000000-0000-0000-0000-000000000000}"/>
          </ac:spMkLst>
        </pc:spChg>
      </pc:sldChg>
      <pc:sldChg chg="modSp mod">
        <pc:chgData name="Riccardo Berta" userId="c8694f89-bba4-4576-b0a8-456619ca5a8c" providerId="ADAL" clId="{EA16068D-2F13-CA44-9725-40FC0ECDD9CA}" dt="2023-05-17T10:45:01.793" v="722" actId="6549"/>
        <pc:sldMkLst>
          <pc:docMk/>
          <pc:sldMk cId="0" sldId="274"/>
        </pc:sldMkLst>
        <pc:spChg chg="mod">
          <ac:chgData name="Riccardo Berta" userId="c8694f89-bba4-4576-b0a8-456619ca5a8c" providerId="ADAL" clId="{EA16068D-2F13-CA44-9725-40FC0ECDD9CA}" dt="2023-05-17T10:45:01.793" v="722" actId="6549"/>
          <ac:spMkLst>
            <pc:docMk/>
            <pc:sldMk cId="0" sldId="274"/>
            <ac:spMk id="210" creationId="{00000000-0000-0000-0000-000000000000}"/>
          </ac:spMkLst>
        </pc:spChg>
      </pc:sldChg>
      <pc:sldChg chg="modSp mod">
        <pc:chgData name="Riccardo Berta" userId="c8694f89-bba4-4576-b0a8-456619ca5a8c" providerId="ADAL" clId="{EA16068D-2F13-CA44-9725-40FC0ECDD9CA}" dt="2023-05-17T10:46:21.986" v="755" actId="20577"/>
        <pc:sldMkLst>
          <pc:docMk/>
          <pc:sldMk cId="0" sldId="276"/>
        </pc:sldMkLst>
        <pc:spChg chg="mod">
          <ac:chgData name="Riccardo Berta" userId="c8694f89-bba4-4576-b0a8-456619ca5a8c" providerId="ADAL" clId="{EA16068D-2F13-CA44-9725-40FC0ECDD9CA}" dt="2023-05-17T10:46:21.986" v="755" actId="20577"/>
          <ac:spMkLst>
            <pc:docMk/>
            <pc:sldMk cId="0" sldId="276"/>
            <ac:spMk id="285" creationId="{00000000-0000-0000-0000-000000000000}"/>
          </ac:spMkLst>
        </pc:spChg>
      </pc:sldChg>
      <pc:sldChg chg="modSp mod">
        <pc:chgData name="Riccardo Berta" userId="c8694f89-bba4-4576-b0a8-456619ca5a8c" providerId="ADAL" clId="{EA16068D-2F13-CA44-9725-40FC0ECDD9CA}" dt="2023-05-17T10:46:53.436" v="768" actId="20577"/>
        <pc:sldMkLst>
          <pc:docMk/>
          <pc:sldMk cId="0" sldId="277"/>
        </pc:sldMkLst>
        <pc:spChg chg="mod">
          <ac:chgData name="Riccardo Berta" userId="c8694f89-bba4-4576-b0a8-456619ca5a8c" providerId="ADAL" clId="{EA16068D-2F13-CA44-9725-40FC0ECDD9CA}" dt="2023-05-17T10:46:53.436" v="768" actId="20577"/>
          <ac:spMkLst>
            <pc:docMk/>
            <pc:sldMk cId="0" sldId="277"/>
            <ac:spMk id="291" creationId="{00000000-0000-0000-0000-000000000000}"/>
          </ac:spMkLst>
        </pc:spChg>
      </pc:sldChg>
      <pc:sldChg chg="modSp mod">
        <pc:chgData name="Riccardo Berta" userId="c8694f89-bba4-4576-b0a8-456619ca5a8c" providerId="ADAL" clId="{EA16068D-2F13-CA44-9725-40FC0ECDD9CA}" dt="2023-05-17T10:47:21.375" v="771" actId="20577"/>
        <pc:sldMkLst>
          <pc:docMk/>
          <pc:sldMk cId="0" sldId="278"/>
        </pc:sldMkLst>
        <pc:spChg chg="mod">
          <ac:chgData name="Riccardo Berta" userId="c8694f89-bba4-4576-b0a8-456619ca5a8c" providerId="ADAL" clId="{EA16068D-2F13-CA44-9725-40FC0ECDD9CA}" dt="2023-05-17T10:47:21.375" v="771" actId="20577"/>
          <ac:spMkLst>
            <pc:docMk/>
            <pc:sldMk cId="0" sldId="278"/>
            <ac:spMk id="297" creationId="{00000000-0000-0000-0000-000000000000}"/>
          </ac:spMkLst>
        </pc:spChg>
      </pc:sldChg>
      <pc:sldChg chg="modSp mod">
        <pc:chgData name="Riccardo Berta" userId="c8694f89-bba4-4576-b0a8-456619ca5a8c" providerId="ADAL" clId="{EA16068D-2F13-CA44-9725-40FC0ECDD9CA}" dt="2023-05-11T11:51:42.467" v="114"/>
        <pc:sldMkLst>
          <pc:docMk/>
          <pc:sldMk cId="0" sldId="279"/>
        </pc:sldMkLst>
        <pc:spChg chg="mod">
          <ac:chgData name="Riccardo Berta" userId="c8694f89-bba4-4576-b0a8-456619ca5a8c" providerId="ADAL" clId="{EA16068D-2F13-CA44-9725-40FC0ECDD9CA}" dt="2023-05-11T11:51:42.467" v="114"/>
          <ac:spMkLst>
            <pc:docMk/>
            <pc:sldMk cId="0" sldId="279"/>
            <ac:spMk id="30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101b1dc82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101b1dc82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55985d619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55985d619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55985d6198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55985d6198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247b2b8a30794a76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247b2b8a30794a76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247b2b8a30794a76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247b2b8a30794a76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11d013a7736d5df1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11d013a7736d5df1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11d013a7736d5df1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11d013a7736d5df1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11d013a7736d5df1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11d013a7736d5df1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11d013a7736d5df1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11d013a7736d5df1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11d013a7736d5df1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11d013a7736d5df1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11d013a7736d5df1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11d013a7736d5df1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11d013a7736d5df1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11d013a7736d5df1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11d013a7736d5df1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11d013a7736d5df1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11d013a7736d5df1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11d013a7736d5df1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11d013a7736d5df1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g11d013a7736d5df1_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11d013a7736d5df1_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11d013a7736d5df1_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59f695d65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59f695d65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587c9b41a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587c9b41a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59f695d65e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59f695d65e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59f695d65e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g59f695d65e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59f695d65e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59f695d65e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583696eb99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583696eb99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1008933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1" name="Google Shape;11;p2"/>
          <p:cNvSpPr/>
          <p:nvPr/>
        </p:nvSpPr>
        <p:spPr>
          <a:xfrm rot="10800000">
            <a:off x="5318350" y="4355671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925674"/>
            <a:ext cx="3054600" cy="204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4155440"/>
            <a:ext cx="3054600" cy="9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 flipH="1">
            <a:off x="7595938" y="613633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7" name="Google Shape;17;p3"/>
          <p:cNvSpPr/>
          <p:nvPr/>
        </p:nvSpPr>
        <p:spPr>
          <a:xfrm rot="10800000" flipH="1">
            <a:off x="466425" y="4744471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773700" y="2408600"/>
            <a:ext cx="7596600" cy="204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85206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39999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633633"/>
            <a:ext cx="39999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865867"/>
            <a:ext cx="2808000" cy="371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600200"/>
            <a:ext cx="5878800" cy="545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33"/>
            <a:ext cx="4572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59940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1239033"/>
            <a:ext cx="4045200" cy="238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3692001"/>
            <a:ext cx="4045200" cy="209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965600"/>
            <a:ext cx="3837000" cy="49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5625233"/>
            <a:ext cx="5998800" cy="79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276167"/>
            <a:ext cx="8520600" cy="283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4216000"/>
            <a:ext cx="8520600" cy="14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8520600" cy="44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unigeit-my.sharepoint.com/:v:/r/personal/riccardo_berta_unige_it/Documents/Corsi/MEA%20-%20Makers%20a%20new%20approach%20to%20Electronic%20Applications/Lecture%20Notes/07.%20Persisting%20Data/video/01%20-%20orm.mp4?csf=1&amp;web=1&amp;e=R3NjeT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unigeit-my.sharepoint.com/:v:/r/personal/riccardo_berta_unige_it/Documents/Corsi/MEA%20-%20Makers%20a%20new%20approach%20to%20Electronic%20Applications/Lecture%20Notes/07.%20Persisting%20Data/video/02%20-%20problems%20and%20benefits.mp4?csf=1&amp;web=1&amp;e=FmvS1v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unigeit-my.sharepoint.com/:v:/r/personal/riccardo_berta_unige_it/Documents/Corsi/MEA%20-%20Makers%20a%20new%20approach%20to%20Electronic%20Applications/Lecture%20Notes/07.%20Persisting%20Data/video/03%20-%20data%20model.mp4?csf=1&amp;web=1&amp;e=MBT8KO" TargetMode="Externa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unigeit-my.sharepoint.com/:v:/r/personal/riccardo_berta_unige_it/Documents/Corsi/MEA%20-%20Makers%20a%20new%20approach%20to%20Electronic%20Applications/Lecture%20Notes/07.%20Persisting%20Data/video/06%20-%20insert.mp4?csf=1&amp;web=1&amp;e=ykSI9t" TargetMode="External"/><Relationship Id="rId3" Type="http://schemas.openxmlformats.org/officeDocument/2006/relationships/hyperlink" Target="https://docs.mongodb.com/manual/administration/install-community/" TargetMode="External"/><Relationship Id="rId7" Type="http://schemas.openxmlformats.org/officeDocument/2006/relationships/hyperlink" Target="https://unigeit-my.sharepoint.com/:v:/r/personal/riccardo_berta_unige_it/Documents/Corsi/MEA%20-%20Makers%20a%20new%20approach%20to%20Electronic%20Applications/Lecture%20Notes/07.%20Persisting%20Data/video/05%20-%20mongo%20and%20robo.mp4?csf=1&amp;web=1&amp;e=ipUuhm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hyperlink" Target="https://unigeit-my.sharepoint.com/:v:/r/personal/riccardo_berta_unige_it/Documents/Corsi/MEA%20-%20Makers%20a%20new%20approach%20to%20Electronic%20Applications/Lecture%20Notes/07.%20Persisting%20Data/video/04%20-%20core%20difference.mp4?csf=1&amp;web=1&amp;e=ooPMpI" TargetMode="External"/><Relationship Id="rId4" Type="http://schemas.openxmlformats.org/officeDocument/2006/relationships/hyperlink" Target="https://robomongo.org/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unigeit-my.sharepoint.com/:v:/r/personal/riccardo_berta_unige_it/Documents/Corsi/MEA%20-%20Makers%20a%20new%20approach%20to%20Electronic%20Applications/Lecture%20Notes/07.%20Persisting%20Data/video/07%20-%20find.mp4?csf=1&amp;web=1&amp;e=CYFdnn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unigeit-my.sharepoint.com/:v:/r/personal/riccardo_berta_unige_it/Documents/Corsi/MEA%20-%20Makers%20a%20new%20approach%20to%20Electronic%20Applications/Lecture%20Notes/07.%20Persisting%20Data/video/08%20-%20query.mp4?csf=1&amp;web=1&amp;e=FP56oB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unigeit-my.sharepoint.com/:v:/r/personal/riccardo_berta_unige_it/Documents/Corsi/MEA%20-%20Makers%20a%20new%20approach%20to%20Electronic%20Applications/Lecture%20Notes/07.%20Persisting%20Data/video/09%20-%20example.mp4?csf=1&amp;web=1&amp;e=J7v6mf" TargetMode="Externa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unigeit-my.sharepoint.com/:v:/r/personal/riccardo_berta_unige_it/Documents/Corsi/MEA%20-%20Makers%20a%20new%20approach%20to%20Electronic%20Applications/Lecture%20Notes/07.%20Persisting%20Data/video/10%20-%20count%20and%20remove.mp4?csf=1&amp;web=1&amp;e=fztPPb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unigeit-my.sharepoint.com/:v:/r/personal/riccardo_berta_unige_it/Documents/Corsi/MEA%20-%20Makers%20a%20new%20approach%20to%20Electronic%20Applications/Lecture%20Notes/07.%20Persisting%20Data/video/11%20-%20update.mp4?csf=1&amp;web=1&amp;e=RVdFfa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unigeit-my.sharepoint.com/:v:/r/personal/riccardo_berta_unige_it/Documents/Corsi/MEA%20-%20Makers%20a%20new%20approach%20to%20Electronic%20Applications/Lecture%20Notes/07.%20Persisting%20Data/video/12%20-%20projection.mp4?csf=1&amp;web=1&amp;e=bCn7Oo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unigeit-my.sharepoint.com/:v:/r/personal/riccardo_berta_unige_it/Documents/Corsi/MEA%20-%20Makers%20a%20new%20approach%20to%20Electronic%20Applications/Lecture%20Notes/07.%20Persisting%20Data/video/14%20-%20paging.mp4?csf=1&amp;web=1&amp;e=PvvJ9U" TargetMode="External"/><Relationship Id="rId5" Type="http://schemas.openxmlformats.org/officeDocument/2006/relationships/hyperlink" Target="https://unigeit-my.sharepoint.com/:v:/r/personal/riccardo_berta_unige_it/Documents/Corsi/MEA%20-%20Makers%20a%20new%20approach%20to%20Electronic%20Applications/Lecture%20Notes/07.%20Persisting%20Data/video/13%20-%20cursor.mp4?csf=1&amp;web=1&amp;e=HvN3Rd" TargetMode="Externa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unigeit-my.sharepoint.com/:v:/r/personal/riccardo_berta_unige_it/Documents/Corsi/MEA%20-%20Makers%20a%20new%20approach%20to%20Electronic%20Applications/Lecture%20Notes/07.%20Persisting%20Data/video/15%20-%20embedded%20documents.mp4?csf=1&amp;web=1&amp;e=Aub24C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unigeit-my.sharepoint.com/:v:/r/personal/riccardo_berta_unige_it/Documents/Corsi/MEA%20-%20Makers%20a%20new%20approach%20to%20Electronic%20Applications/Lecture%20Notes/07.%20Persisting%20Data/video/16%20-%20indexes.mp4?csf=1&amp;web=1&amp;e=h9XPuk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unigeit-my.sharepoint.com/:v:/r/personal/riccardo_berta_unige_it/Documents/Corsi/MEA%20-%20Makers%20a%20new%20approach%20to%20Electronic%20Applications/Lecture%20Notes/07.%20Persisting%20Data/video/17%20-%20model%20data.mp4?csf=1&amp;web=1&amp;e=p37L0i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unigeit-my.sharepoint.com/:v:/r/personal/riccardo_berta_unige_it/Documents/Corsi/MEA%20-%20Makers%20a%20new%20approach%20to%20Electronic%20Applications/Lecture%20Notes/07.%20Persisting%20Data/video/18%20-%20example.mp4?csf=1&amp;web=1&amp;e=NvUkHg" TargetMode="Externa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unigeit-my.sharepoint.com/:v:/r/personal/riccardo_berta_unige_it/Documents/Corsi/MEA%20-%20Makers%20a%20new%20approach%20to%20Electronic%20Applications/Lecture%20Notes/07.%20Persisting%20Data/video/19%20-%20aggregations.mp4?csf=1&amp;web=1&amp;e=0f41Ra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unigeit-my.sharepoint.com/:v:/r/personal/riccardo_berta_unige_it/Documents/Corsi/MEA%20-%20Makers%20a%20new%20approach%20to%20Electronic%20Applications/Lecture%20Notes/07.%20Persisting%20Data/video/20%20-%20pros%20and%20cons.mp4?csf=1&amp;web=1&amp;e=CJ290l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hyperlink" Target="https://unigeit-my.sharepoint.com/:v:/r/personal/riccardo_berta_unige_it/Documents/Corsi/MEA%20-%20Makers%20a%20new%20approach%20to%20Electronic%20Applications/Lecture%20Notes/07.%20Persisting%20Data/video/21%20-%20replication%20and%20sharding.mp4?csf=1&amp;web=1&amp;e=5hxeuV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thecodebarbarian.com/a-node-js-perspective-on-mongodb-4-transactions.html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hyperlink" Target="https://unigeit-my.sharepoint.com/:v:/r/personal/riccardo_berta_unige_it/Documents/Corsi/MEA%20-%20Makers%20a%20new%20approach%20to%20Electronic%20Applications/Lecture%20Notes/07.%20Persisting%20Data/video/22%20-%20transaction.mp4?csf=1&amp;web=1&amp;e=siY5dL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3044700" y="1925674"/>
            <a:ext cx="3054600" cy="204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Persisting Data</a:t>
            </a:r>
            <a:endParaRPr/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1"/>
          </p:nvPr>
        </p:nvSpPr>
        <p:spPr>
          <a:xfrm>
            <a:off x="3044700" y="4155440"/>
            <a:ext cx="3054600" cy="9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4" name="Google Shape;64;p13"/>
          <p:cNvGrpSpPr/>
          <p:nvPr/>
        </p:nvGrpSpPr>
        <p:grpSpPr>
          <a:xfrm>
            <a:off x="4991502" y="202216"/>
            <a:ext cx="3988156" cy="1681357"/>
            <a:chOff x="596595" y="1681625"/>
            <a:chExt cx="7590704" cy="3377576"/>
          </a:xfrm>
        </p:grpSpPr>
        <p:pic>
          <p:nvPicPr>
            <p:cNvPr id="65" name="Google Shape;65;p1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713500" y="3485357"/>
              <a:ext cx="1051800" cy="71521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6" name="Google Shape;66;p13"/>
            <p:cNvSpPr/>
            <p:nvPr/>
          </p:nvSpPr>
          <p:spPr>
            <a:xfrm>
              <a:off x="1929869" y="3438494"/>
              <a:ext cx="2529576" cy="1548504"/>
            </a:xfrm>
            <a:prstGeom prst="cloud">
              <a:avLst/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7" name="Google Shape;67;p13"/>
            <p:cNvCxnSpPr>
              <a:stCxn id="68" idx="3"/>
            </p:cNvCxnSpPr>
            <p:nvPr/>
          </p:nvCxnSpPr>
          <p:spPr>
            <a:xfrm>
              <a:off x="1937776" y="3426272"/>
              <a:ext cx="427200" cy="237900"/>
            </a:xfrm>
            <a:prstGeom prst="straightConnector1">
              <a:avLst/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pic>
          <p:nvPicPr>
            <p:cNvPr id="68" name="Google Shape;68;p1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596595" y="2978971"/>
              <a:ext cx="1341180" cy="894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9" name="Google Shape;69;p13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2369970" y="1681625"/>
              <a:ext cx="921151" cy="77245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70" name="Google Shape;70;p13"/>
            <p:cNvCxnSpPr>
              <a:stCxn id="69" idx="2"/>
              <a:endCxn id="66" idx="3"/>
            </p:cNvCxnSpPr>
            <p:nvPr/>
          </p:nvCxnSpPr>
          <p:spPr>
            <a:xfrm>
              <a:off x="2830546" y="2454075"/>
              <a:ext cx="364200" cy="1073100"/>
            </a:xfrm>
            <a:prstGeom prst="straightConnector1">
              <a:avLst/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pic>
          <p:nvPicPr>
            <p:cNvPr id="71" name="Google Shape;71;p13"/>
            <p:cNvPicPr preferRelativeResize="0"/>
            <p:nvPr/>
          </p:nvPicPr>
          <p:blipFill rotWithShape="1">
            <a:blip r:embed="rId6">
              <a:alphaModFix/>
            </a:blip>
            <a:srcRect l="7526" t="9500" r="8376" b="35009"/>
            <a:stretch/>
          </p:blipFill>
          <p:spPr>
            <a:xfrm rot="5400000">
              <a:off x="6395675" y="3267576"/>
              <a:ext cx="2271976" cy="13112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2" name="Google Shape;72;p13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6085380" y="3787000"/>
              <a:ext cx="504057" cy="32520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73" name="Google Shape;73;p13"/>
            <p:cNvCxnSpPr/>
            <p:nvPr/>
          </p:nvCxnSpPr>
          <p:spPr>
            <a:xfrm>
              <a:off x="4459430" y="3920656"/>
              <a:ext cx="254100" cy="5100"/>
            </a:xfrm>
            <a:prstGeom prst="straightConnector1">
              <a:avLst/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4" name="Google Shape;74;p13"/>
            <p:cNvCxnSpPr/>
            <p:nvPr/>
          </p:nvCxnSpPr>
          <p:spPr>
            <a:xfrm>
              <a:off x="5765300" y="3919166"/>
              <a:ext cx="365400" cy="8100"/>
            </a:xfrm>
            <a:prstGeom prst="straightConnector1">
              <a:avLst/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5" name="Google Shape;75;p13"/>
            <p:cNvCxnSpPr>
              <a:stCxn id="72" idx="3"/>
              <a:endCxn id="72" idx="3"/>
            </p:cNvCxnSpPr>
            <p:nvPr/>
          </p:nvCxnSpPr>
          <p:spPr>
            <a:xfrm>
              <a:off x="6589437" y="3949600"/>
              <a:ext cx="0" cy="0"/>
            </a:xfrm>
            <a:prstGeom prst="straightConnector1">
              <a:avLst/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6" name="Google Shape;76;p13"/>
            <p:cNvCxnSpPr>
              <a:stCxn id="72" idx="3"/>
            </p:cNvCxnSpPr>
            <p:nvPr/>
          </p:nvCxnSpPr>
          <p:spPr>
            <a:xfrm>
              <a:off x="6589437" y="3949600"/>
              <a:ext cx="304200" cy="8400"/>
            </a:xfrm>
            <a:prstGeom prst="straightConnector1">
              <a:avLst/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pic>
          <p:nvPicPr>
            <p:cNvPr id="77" name="Google Shape;77;p13"/>
            <p:cNvPicPr preferRelativeResize="0"/>
            <p:nvPr/>
          </p:nvPicPr>
          <p:blipFill>
            <a:blip r:embed="rId8">
              <a:alphaModFix/>
            </a:blip>
            <a:stretch>
              <a:fillRect/>
            </a:stretch>
          </p:blipFill>
          <p:spPr>
            <a:xfrm>
              <a:off x="2542954" y="3807661"/>
              <a:ext cx="1311275" cy="81546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8" name="Google Shape;78;p13"/>
            <p:cNvPicPr preferRelativeResize="0"/>
            <p:nvPr/>
          </p:nvPicPr>
          <p:blipFill>
            <a:blip r:embed="rId9">
              <a:alphaModFix/>
            </a:blip>
            <a:stretch>
              <a:fillRect/>
            </a:stretch>
          </p:blipFill>
          <p:spPr>
            <a:xfrm>
              <a:off x="5012750" y="4200575"/>
              <a:ext cx="576750" cy="81571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9" name="Google Shape;79;p13"/>
          <p:cNvSpPr/>
          <p:nvPr/>
        </p:nvSpPr>
        <p:spPr>
          <a:xfrm>
            <a:off x="7172960" y="1409375"/>
            <a:ext cx="561300" cy="516300"/>
          </a:xfrm>
          <a:prstGeom prst="ellipse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4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Database</a:t>
            </a:r>
            <a:endParaRPr/>
          </a:p>
        </p:txBody>
      </p:sp>
      <p:sp>
        <p:nvSpPr>
          <p:cNvPr id="85" name="Google Shape;85;p14"/>
          <p:cNvSpPr txBox="1">
            <a:spLocks noGrp="1"/>
          </p:cNvSpPr>
          <p:nvPr>
            <p:ph type="body" idx="1"/>
          </p:nvPr>
        </p:nvSpPr>
        <p:spPr>
          <a:xfrm>
            <a:off x="311700" y="1192950"/>
            <a:ext cx="8599200" cy="538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GB"/>
              <a:t>In order to store and retrieve information efficiently, we will store it in a </a:t>
            </a:r>
            <a:r>
              <a:rPr lang="en-GB" b="1"/>
              <a:t>database</a:t>
            </a:r>
            <a:endParaRPr b="1"/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Node.js can use many different databases</a:t>
            </a:r>
            <a:endParaRPr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popular options: PostgreSQL, MySQL, Redis, SQLite, and MongoDB</a:t>
            </a:r>
            <a:endParaRPr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dimensions to be considered: time-to-productivity, learning curve, performance, ease of replication, backup, cost, community support, etc.</a:t>
            </a:r>
            <a:endParaRPr/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There is no single "best" database</a:t>
            </a:r>
            <a:endParaRPr/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Two approaches for interacting with a database: </a:t>
            </a:r>
            <a:endParaRPr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using the databases' native query language (e.g. SQL)</a:t>
            </a:r>
            <a:endParaRPr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using an </a:t>
            </a:r>
            <a:r>
              <a:rPr lang="en-GB" b="1"/>
              <a:t>Object Relational Model</a:t>
            </a:r>
            <a:r>
              <a:rPr lang="en-GB"/>
              <a:t> (ORM)</a:t>
            </a:r>
            <a:endParaRPr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/>
              <a:t>represents the data as objects, which are then mapped to the underlying database</a:t>
            </a:r>
            <a:endParaRPr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ORMs are slower </a:t>
            </a:r>
            <a:endParaRPr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/>
              <a:t>use translation code to map between objects and database format</a:t>
            </a:r>
            <a:endParaRPr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/>
              <a:t>may not use the most efficient queries</a:t>
            </a:r>
            <a:endParaRPr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ORM allows programmers to think in terms of objects rather than db semantics</a:t>
            </a:r>
            <a:endParaRPr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/>
              <a:t>particularly true if you need to work with different databases</a:t>
            </a:r>
            <a:endParaRPr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Unless you're very familiar with the native query language, you should use an ORM</a:t>
            </a:r>
            <a:endParaRPr/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There are many ORM solutions available on NPM</a:t>
            </a:r>
            <a:endParaRPr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</a:pPr>
            <a:r>
              <a:rPr lang="en-GB"/>
              <a:t>Mongoose, Waterline, Bookshelf, Objection, Sequelize, etc.</a:t>
            </a:r>
            <a:endParaRPr/>
          </a:p>
        </p:txBody>
      </p:sp>
      <p:pic>
        <p:nvPicPr>
          <p:cNvPr id="86" name="Google Shape;86;p1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80800" y="3300875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5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MongoDB</a:t>
            </a:r>
            <a:endParaRPr/>
          </a:p>
        </p:txBody>
      </p:sp>
      <p:sp>
        <p:nvSpPr>
          <p:cNvPr id="92" name="Google Shape;92;p15"/>
          <p:cNvSpPr txBox="1">
            <a:spLocks noGrp="1"/>
          </p:cNvSpPr>
          <p:nvPr>
            <p:ph type="body" idx="1"/>
          </p:nvPr>
        </p:nvSpPr>
        <p:spPr>
          <a:xfrm>
            <a:off x="311700" y="1241098"/>
            <a:ext cx="8520600" cy="534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GB" dirty="0"/>
              <a:t>An alternative to relational databases</a:t>
            </a: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endParaRPr sz="500" dirty="0"/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GB" dirty="0"/>
              <a:t>Problems with SQL</a:t>
            </a:r>
            <a:endParaRPr dirty="0"/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○"/>
            </a:pPr>
            <a:r>
              <a:rPr lang="en-GB" dirty="0"/>
              <a:t>rigid schema</a:t>
            </a:r>
            <a:endParaRPr dirty="0"/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○"/>
            </a:pPr>
            <a:r>
              <a:rPr lang="en-GB" dirty="0"/>
              <a:t>not easily scalable (designed for 90’s technology)</a:t>
            </a:r>
            <a:endParaRPr dirty="0"/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○"/>
            </a:pPr>
            <a:r>
              <a:rPr lang="en-GB" dirty="0"/>
              <a:t>requires unintuitive joins</a:t>
            </a:r>
            <a:endParaRPr dirty="0"/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lang="en-GB" sz="500" dirty="0"/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Benefit of using mongo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easy interface with common languages (Java, </a:t>
            </a:r>
            <a:r>
              <a:rPr lang="en-GB" dirty="0" err="1"/>
              <a:t>Javascript</a:t>
            </a:r>
            <a:r>
              <a:rPr lang="en-GB" dirty="0"/>
              <a:t>, PHP, etc.)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flexible schema</a:t>
            </a:r>
            <a:endParaRPr dirty="0"/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lang="en-GB" sz="500" dirty="0"/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Cons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less flexibility with querying </a:t>
            </a:r>
            <a:endParaRPr dirty="0"/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lang="en-GB" sz="1200" dirty="0"/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Data Model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Database -&gt; </a:t>
            </a:r>
            <a:r>
              <a:rPr lang="en-GB" b="1" dirty="0"/>
              <a:t>Database</a:t>
            </a:r>
            <a:endParaRPr b="1"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Table -&gt; </a:t>
            </a:r>
            <a:r>
              <a:rPr lang="en-GB" b="1" dirty="0"/>
              <a:t>Collection</a:t>
            </a:r>
            <a:endParaRPr b="1"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Row -&gt; </a:t>
            </a:r>
            <a:r>
              <a:rPr lang="en-GB" b="1" dirty="0"/>
              <a:t>Document</a:t>
            </a:r>
            <a:endParaRPr b="1"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Column -&gt; </a:t>
            </a:r>
            <a:r>
              <a:rPr lang="en-GB" b="1" dirty="0"/>
              <a:t>Field</a:t>
            </a:r>
            <a:endParaRPr b="1"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Join -&gt; </a:t>
            </a:r>
            <a:r>
              <a:rPr lang="en-GB" b="1" dirty="0"/>
              <a:t>Embedding</a:t>
            </a:r>
            <a:r>
              <a:rPr lang="en-GB" dirty="0"/>
              <a:t>, </a:t>
            </a:r>
            <a:r>
              <a:rPr lang="en-GB" b="1" dirty="0"/>
              <a:t>Linking</a:t>
            </a:r>
            <a:r>
              <a:rPr lang="en-GB" dirty="0"/>
              <a:t>, etc. </a:t>
            </a: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pic>
        <p:nvPicPr>
          <p:cNvPr id="93" name="Google Shape;93;p15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65225" y="1666625"/>
            <a:ext cx="296550" cy="25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5">
            <a:hlinkClick r:id="rId5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61775" y="4126711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Collections, Documents, Fields</a:t>
            </a:r>
            <a:endParaRPr/>
          </a:p>
        </p:txBody>
      </p:sp>
      <p:sp>
        <p:nvSpPr>
          <p:cNvPr id="100" name="Google Shape;100;p16"/>
          <p:cNvSpPr txBox="1">
            <a:spLocks noGrp="1"/>
          </p:cNvSpPr>
          <p:nvPr>
            <p:ph type="body" idx="1"/>
          </p:nvPr>
        </p:nvSpPr>
        <p:spPr>
          <a:xfrm>
            <a:off x="194375" y="1089673"/>
            <a:ext cx="8520600" cy="529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Why use new terminology</a:t>
            </a:r>
            <a:r>
              <a:rPr lang="en-GB" sz="1400" dirty="0"/>
              <a:t>?</a:t>
            </a:r>
            <a:r>
              <a:rPr lang="en-GB" dirty="0"/>
              <a:t> 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collection vs. table, document vs. row and field vs. column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while these concepts are similar, they are not identical 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Core difference: 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relational databases define columns at the table level 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document-oriented database defines its fields at the document level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Each document within a collection can have </a:t>
            </a:r>
            <a:r>
              <a:rPr lang="en-GB" b="1" dirty="0"/>
              <a:t>its own unique</a:t>
            </a:r>
            <a:r>
              <a:rPr lang="en-GB" dirty="0"/>
              <a:t> set of fields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a collection isn’t strict about what goes in it it’s </a:t>
            </a:r>
            <a:r>
              <a:rPr lang="en-GB" b="1" dirty="0"/>
              <a:t>schema-less</a:t>
            </a:r>
            <a:endParaRPr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Install mongo and a shell to interact with it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MongoDB:</a:t>
            </a:r>
            <a:r>
              <a:rPr lang="en-GB" u="sng" dirty="0">
                <a:solidFill>
                  <a:schemeClr val="hlink"/>
                </a:solidFill>
              </a:rPr>
              <a:t> </a:t>
            </a:r>
            <a:r>
              <a:rPr lang="en-GB" u="sng" dirty="0">
                <a:solidFill>
                  <a:schemeClr val="hlink"/>
                </a:solidFill>
                <a:hlinkClick r:id="rId3"/>
              </a:rPr>
              <a:t>https://docs.mongodb.com/manual/administration/install-community/</a:t>
            </a:r>
            <a:endParaRPr u="sng" dirty="0">
              <a:solidFill>
                <a:schemeClr val="hlink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Robo 3T: </a:t>
            </a:r>
            <a:r>
              <a:rPr lang="en-GB" u="sng" dirty="0">
                <a:solidFill>
                  <a:schemeClr val="hlink"/>
                </a:solidFill>
                <a:hlinkClick r:id="rId4"/>
              </a:rPr>
              <a:t>https://robomongo.org/</a:t>
            </a:r>
            <a:r>
              <a:rPr lang="en-GB" dirty="0"/>
              <a:t> 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Run: 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mongod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 --config /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usr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/local/etc/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mongod.conf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Commands that you execute against a specific collection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db.help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() </a:t>
            </a:r>
            <a:r>
              <a:rPr lang="en-GB" dirty="0"/>
              <a:t>or 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db.stats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this is a JavaScript shell, if you execute a method and omit (), you’ll see the method body 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db.getCollectionNames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Since collections are schema-less, we don’t explicitly need to create them 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simply insert a document into a new collection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db.sensors.insert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 {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name:'Temperature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', unit:'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celsius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', value:22} )</a:t>
            </a:r>
            <a:endParaRPr dirty="0"/>
          </a:p>
        </p:txBody>
      </p:sp>
      <p:pic>
        <p:nvPicPr>
          <p:cNvPr id="101" name="Google Shape;101;p16">
            <a:hlinkClick r:id="rId5"/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638270" y="2032264"/>
            <a:ext cx="296550" cy="25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6">
            <a:hlinkClick r:id="rId7"/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438638" y="3376450"/>
            <a:ext cx="296550" cy="25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6">
            <a:hlinkClick r:id="rId8"/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207445" y="5772485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7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Find, ID</a:t>
            </a:r>
            <a:endParaRPr/>
          </a:p>
        </p:txBody>
      </p:sp>
      <p:sp>
        <p:nvSpPr>
          <p:cNvPr id="109" name="Google Shape;109;p17"/>
          <p:cNvSpPr txBox="1">
            <a:spLocks noGrp="1"/>
          </p:cNvSpPr>
          <p:nvPr>
            <p:ph type="body" idx="1"/>
          </p:nvPr>
        </p:nvSpPr>
        <p:spPr>
          <a:xfrm>
            <a:off x="311700" y="1192948"/>
            <a:ext cx="8520600" cy="533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You can use the </a:t>
            </a:r>
            <a:r>
              <a:rPr lang="en-GB" b="1" dirty="0"/>
              <a:t>find command</a:t>
            </a:r>
            <a:r>
              <a:rPr lang="en-GB" dirty="0"/>
              <a:t> to return a list of documents</a:t>
            </a:r>
            <a:endParaRPr dirty="0"/>
          </a:p>
          <a:p>
            <a:pPr marL="596900" lvl="1" indent="0" algn="l" rtl="0"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db.sensors.find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()	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596900" lvl="1" indent="0" algn="l" rtl="0"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{</a:t>
            </a:r>
            <a:b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	"_id" : </a:t>
            </a:r>
            <a:r>
              <a:rPr lang="en-GB" sz="1200" dirty="0" err="1">
                <a:latin typeface="Courier New"/>
                <a:ea typeface="Courier New"/>
                <a:cs typeface="Courier New"/>
                <a:sym typeface="Courier New"/>
              </a:rPr>
              <a:t>ObjectId</a:t>
            </a: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("5cacba924d45a140c16580fc"),</a:t>
            </a:r>
            <a:b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	"name" : "Temperature",</a:t>
            </a:r>
            <a:b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	"unit" : "</a:t>
            </a:r>
            <a:r>
              <a:rPr lang="en-GB" sz="1200" dirty="0" err="1">
                <a:latin typeface="Courier New"/>
                <a:ea typeface="Courier New"/>
                <a:cs typeface="Courier New"/>
                <a:sym typeface="Courier New"/>
              </a:rPr>
              <a:t>celsius</a:t>
            </a: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",</a:t>
            </a:r>
            <a:b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	"value" : 22.0</a:t>
            </a:r>
            <a:b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}</a:t>
            </a:r>
          </a:p>
          <a:p>
            <a:pPr marL="596900" lvl="1" indent="0" algn="l" rtl="0"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Notice: in addition to the data, there’s an </a:t>
            </a:r>
            <a:r>
              <a:rPr lang="en-GB" b="1" dirty="0"/>
              <a:t>_id field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every document </a:t>
            </a:r>
            <a:r>
              <a:rPr lang="en-GB" b="1" dirty="0"/>
              <a:t>must have a unique</a:t>
            </a:r>
            <a:r>
              <a:rPr lang="en-GB" dirty="0"/>
              <a:t> _id field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you can generate it or let Mongo generate one (</a:t>
            </a:r>
            <a:r>
              <a:rPr lang="en-GB" dirty="0" err="1"/>
              <a:t>ObjectId</a:t>
            </a:r>
            <a:r>
              <a:rPr lang="en-GB" dirty="0"/>
              <a:t> type)</a:t>
            </a:r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dirty="0"/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By default, the _id field is indexed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db.sensors.getIndexes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()	</a:t>
            </a:r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Courier New"/>
              <a:buChar char="●"/>
            </a:pPr>
            <a:r>
              <a:rPr lang="en-GB" dirty="0"/>
              <a:t>Insert a totally different document in the collection: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db.sensors.insert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({name:'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HeartRate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', 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device:'Pulsimeter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'})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again use find to list the documents</a:t>
            </a:r>
            <a:endParaRPr dirty="0"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what’s happen?</a:t>
            </a: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pic>
        <p:nvPicPr>
          <p:cNvPr id="110" name="Google Shape;110;p17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80200" y="557675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Query selectors</a:t>
            </a:r>
            <a:endParaRPr dirty="0"/>
          </a:p>
        </p:txBody>
      </p:sp>
      <p:sp>
        <p:nvSpPr>
          <p:cNvPr id="116" name="Google Shape;116;p18"/>
          <p:cNvSpPr txBox="1">
            <a:spLocks noGrp="1"/>
          </p:cNvSpPr>
          <p:nvPr>
            <p:ph type="body" idx="1"/>
          </p:nvPr>
        </p:nvSpPr>
        <p:spPr>
          <a:xfrm>
            <a:off x="387900" y="1192949"/>
            <a:ext cx="8520600" cy="520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Like the “</a:t>
            </a:r>
            <a:r>
              <a:rPr lang="en-GB" b="1" dirty="0"/>
              <a:t>where</a:t>
            </a:r>
            <a:r>
              <a:rPr lang="en-GB" dirty="0"/>
              <a:t>” SQL clause for the find function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use it when finding, counting, updating and removing documents from collections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a JSON object which matches all documents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0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Add some test data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use </a:t>
            </a:r>
            <a:r>
              <a:rPr lang="en-GB" dirty="0" err="1"/>
              <a:t>data.js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lang="en-GB" sz="10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Where: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{field: value}</a:t>
            </a:r>
            <a:r>
              <a:rPr lang="en-GB" dirty="0"/>
              <a:t> finds any documents where field is equal to value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{field1: value1, field2: value2</a:t>
            </a:r>
            <a:r>
              <a:rPr lang="en-GB" dirty="0"/>
              <a:t>} an </a:t>
            </a:r>
            <a:r>
              <a:rPr lang="en-GB" b="1" dirty="0"/>
              <a:t>AND</a:t>
            </a:r>
            <a:r>
              <a:rPr lang="en-GB" dirty="0"/>
              <a:t> statement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$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lt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, $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lte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, $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gt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, $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gte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 $ne</a:t>
            </a:r>
            <a:r>
              <a:rPr lang="en-GB" dirty="0"/>
              <a:t> are used for less than, etc... operations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example: get all type “m” devices that weight more than 700:</a:t>
            </a:r>
            <a:endParaRPr dirty="0"/>
          </a:p>
          <a:p>
            <a: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GB" sz="1200" dirty="0" err="1">
                <a:latin typeface="Courier New"/>
                <a:ea typeface="Courier New"/>
                <a:cs typeface="Courier New"/>
                <a:sym typeface="Courier New"/>
              </a:rPr>
              <a:t>db.devices.find</a:t>
            </a: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({type: 'm', weight: {$</a:t>
            </a:r>
            <a:r>
              <a:rPr lang="en-GB" sz="1200" dirty="0" err="1">
                <a:latin typeface="Courier New"/>
                <a:ea typeface="Courier New"/>
                <a:cs typeface="Courier New"/>
                <a:sym typeface="Courier New"/>
              </a:rPr>
              <a:t>gt</a:t>
            </a: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: 700}})</a:t>
            </a:r>
            <a:endParaRPr sz="12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GB" sz="1200" dirty="0" err="1">
                <a:latin typeface="Courier New"/>
                <a:ea typeface="Courier New"/>
                <a:cs typeface="Courier New"/>
                <a:sym typeface="Courier New"/>
              </a:rPr>
              <a:t>db.devices.find</a:t>
            </a: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({type: {$ne: 'f'}, weight: {$</a:t>
            </a:r>
            <a:r>
              <a:rPr lang="en-GB" sz="1200" dirty="0" err="1">
                <a:latin typeface="Courier New"/>
                <a:ea typeface="Courier New"/>
                <a:cs typeface="Courier New"/>
                <a:sym typeface="Courier New"/>
              </a:rPr>
              <a:t>gte</a:t>
            </a: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: 700}})</a:t>
            </a:r>
            <a:endParaRPr sz="12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Courier New"/>
              <a:buChar char="○"/>
            </a:pP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$exists</a:t>
            </a:r>
            <a:r>
              <a:rPr lang="en-GB" dirty="0"/>
              <a:t> is used for matching the presence (absence) of a field</a:t>
            </a:r>
            <a:endParaRPr dirty="0"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 err="1">
                <a:latin typeface="Courier New"/>
                <a:ea typeface="Courier New"/>
                <a:cs typeface="Courier New"/>
                <a:sym typeface="Courier New"/>
              </a:rPr>
              <a:t>db.devices.find</a:t>
            </a: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({values: {$exists: false}}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Courier New"/>
              <a:buChar char="○"/>
            </a:pP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$in</a:t>
            </a:r>
            <a:r>
              <a:rPr lang="en-GB" dirty="0"/>
              <a:t> is used for matching one of several values, like an </a:t>
            </a:r>
            <a:r>
              <a:rPr lang="en-GB" b="1" dirty="0"/>
              <a:t>OR </a:t>
            </a:r>
            <a:r>
              <a:rPr lang="en-GB" dirty="0"/>
              <a:t>statement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Courier New"/>
              <a:buChar char="■"/>
            </a:pPr>
            <a:r>
              <a:rPr lang="en-GB" sz="1200" dirty="0" err="1">
                <a:latin typeface="Courier New"/>
                <a:ea typeface="Courier New"/>
                <a:cs typeface="Courier New"/>
                <a:sym typeface="Courier New"/>
              </a:rPr>
              <a:t>db.devices.find</a:t>
            </a: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({tags: {$in:['tag_a','</a:t>
            </a:r>
            <a:r>
              <a:rPr lang="en-GB" sz="1200" dirty="0" err="1">
                <a:latin typeface="Courier New"/>
                <a:ea typeface="Courier New"/>
                <a:cs typeface="Courier New"/>
                <a:sym typeface="Courier New"/>
              </a:rPr>
              <a:t>tag_c</a:t>
            </a: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']}})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Courier New"/>
              <a:buChar char="○"/>
            </a:pP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$or</a:t>
            </a:r>
            <a:r>
              <a:rPr lang="en-GB" dirty="0"/>
              <a:t> is used to have </a:t>
            </a:r>
            <a:r>
              <a:rPr lang="en-GB" b="1" dirty="0"/>
              <a:t>OR</a:t>
            </a:r>
            <a:r>
              <a:rPr lang="en-GB" dirty="0"/>
              <a:t> rather than AND for conditions on different fields</a:t>
            </a:r>
            <a:endParaRPr dirty="0"/>
          </a:p>
          <a:p>
            <a:pPr lvl="3" indent="-304800">
              <a:spcBef>
                <a:spcPts val="0"/>
              </a:spcBef>
              <a:buSzPts val="1200"/>
              <a:buChar char="■"/>
            </a:pPr>
            <a:r>
              <a:rPr lang="en-GB" sz="1200" dirty="0" err="1">
                <a:latin typeface="Courier New"/>
                <a:ea typeface="Courier New"/>
                <a:cs typeface="Courier New"/>
                <a:sym typeface="Courier New"/>
              </a:rPr>
              <a:t>db.devices.find</a:t>
            </a: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({</a:t>
            </a:r>
            <a:r>
              <a:rPr lang="en-GB" sz="1200" dirty="0" err="1">
                <a:latin typeface="Courier New"/>
                <a:ea typeface="Courier New"/>
                <a:cs typeface="Courier New"/>
                <a:sym typeface="Courier New"/>
              </a:rPr>
              <a:t>type:'f</a:t>
            </a: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', $or:[{tags:'</a:t>
            </a:r>
            <a:r>
              <a:rPr lang="en-GB" sz="1200" dirty="0" err="1">
                <a:latin typeface="Courier New"/>
                <a:ea typeface="Courier New"/>
                <a:cs typeface="Courier New"/>
                <a:sym typeface="Courier New"/>
              </a:rPr>
              <a:t>tag_c</a:t>
            </a: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'},{weight:{$lt:600}}]})</a:t>
            </a:r>
            <a:endParaRPr sz="1200"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117" name="Google Shape;117;p18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42100" y="547950"/>
            <a:ext cx="296550" cy="25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8">
            <a:hlinkClick r:id="rId5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94100" y="4182850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9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Query selectors</a:t>
            </a:r>
            <a:endParaRPr/>
          </a:p>
        </p:txBody>
      </p:sp>
      <p:sp>
        <p:nvSpPr>
          <p:cNvPr id="124" name="Google Shape;124;p19"/>
          <p:cNvSpPr txBox="1">
            <a:spLocks noGrp="1"/>
          </p:cNvSpPr>
          <p:nvPr>
            <p:ph type="body" idx="1"/>
          </p:nvPr>
        </p:nvSpPr>
        <p:spPr>
          <a:xfrm>
            <a:off x="311700" y="1249682"/>
            <a:ext cx="8520600" cy="47937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Notice that “tags” field is an array 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MongoDB supports arrays as first class objects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this is an incredibly handy feature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once you start using it, you wonder how you ever lived without it!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It is easy selecting based on an array value 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{tags: '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tag_a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'}</a:t>
            </a:r>
            <a:r>
              <a:rPr lang="en-GB" dirty="0"/>
              <a:t> will return any document where ‘</a:t>
            </a:r>
            <a:r>
              <a:rPr lang="en-GB" dirty="0" err="1"/>
              <a:t>tag_a</a:t>
            </a:r>
            <a:r>
              <a:rPr lang="en-GB" dirty="0"/>
              <a:t>’  is a value of “tags”.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There are more available operators 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described in the MongoDB manual 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Selectors can be used also with the </a:t>
            </a:r>
            <a:r>
              <a:rPr lang="en-GB" b="1" dirty="0"/>
              <a:t>remove</a:t>
            </a:r>
            <a:r>
              <a:rPr lang="en-GB" dirty="0"/>
              <a:t>,</a:t>
            </a:r>
            <a:r>
              <a:rPr lang="en-GB" b="1" dirty="0"/>
              <a:t> count </a:t>
            </a:r>
            <a:r>
              <a:rPr lang="en-GB" dirty="0"/>
              <a:t>and</a:t>
            </a:r>
            <a:r>
              <a:rPr lang="en-GB" b="1" dirty="0"/>
              <a:t> update</a:t>
            </a:r>
            <a:r>
              <a:rPr lang="en-GB" dirty="0"/>
              <a:t> commands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 err="1"/>
              <a:t>ObjectId</a:t>
            </a:r>
            <a:r>
              <a:rPr lang="en-GB" dirty="0"/>
              <a:t> can be selected like this: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db.device.find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({_id: 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ObjectId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('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TheObjectId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')})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b="1" i="1" dirty="0">
              <a:solidFill>
                <a:srgbClr val="4C113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pic>
        <p:nvPicPr>
          <p:cNvPr id="125" name="Google Shape;125;p19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68150" y="3573250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1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Updating</a:t>
            </a:r>
            <a:endParaRPr/>
          </a:p>
        </p:txBody>
      </p:sp>
      <p:sp>
        <p:nvSpPr>
          <p:cNvPr id="137" name="Google Shape;137;p21"/>
          <p:cNvSpPr txBox="1">
            <a:spLocks noGrp="1"/>
          </p:cNvSpPr>
          <p:nvPr>
            <p:ph type="body" idx="1"/>
          </p:nvPr>
        </p:nvSpPr>
        <p:spPr>
          <a:xfrm>
            <a:off x="311700" y="1043733"/>
            <a:ext cx="8520600" cy="542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Simplest form takes two parameters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the selector (where) and what updates to apply to fields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db.devices.update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({name: 'Device 1'}, {weight: 620, 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pippo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: 56})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Courier New"/>
              <a:buChar char="○"/>
            </a:pPr>
            <a:r>
              <a:rPr lang="en-GB" dirty="0" err="1"/>
              <a:t>Ooops</a:t>
            </a:r>
            <a:r>
              <a:rPr lang="en-GB" dirty="0"/>
              <a:t>, what happens?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update found a document (by selector) and </a:t>
            </a:r>
            <a:r>
              <a:rPr lang="en-GB" b="1" dirty="0"/>
              <a:t>replaced</a:t>
            </a:r>
            <a:r>
              <a:rPr lang="en-GB" dirty="0"/>
              <a:t> it with the new document (the second parameter)</a:t>
            </a: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5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To change the value of just one ( or few) field, use 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$set</a:t>
            </a:r>
            <a:r>
              <a:rPr lang="en-GB" dirty="0"/>
              <a:t> operator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db.devices.update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({name: 'Device 2'}, {$set: {weight: 590}})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5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Other operators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$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inc</a:t>
            </a:r>
            <a:r>
              <a:rPr lang="en-GB" dirty="0"/>
              <a:t> is used to increment a field by a certain positive or negative amount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db.devices.update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({name: 'Device 3'}, {$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inc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: {values: -2}})</a:t>
            </a: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5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Fully supports </a:t>
            </a:r>
            <a:r>
              <a:rPr lang="en-GB" b="1" dirty="0" err="1"/>
              <a:t>upserts</a:t>
            </a:r>
            <a:endParaRPr b="1"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updates the document if found or inserts it if not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to enable </a:t>
            </a:r>
            <a:r>
              <a:rPr lang="en-GB" dirty="0" err="1"/>
              <a:t>upserting</a:t>
            </a:r>
            <a:r>
              <a:rPr lang="en-GB" dirty="0"/>
              <a:t>, pass a third parameter to update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 {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upsert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: true}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db.devices.update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({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name:'Device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 15'},{hits:1},{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upsert:true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})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5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ourier New"/>
              <a:buChar char="●"/>
            </a:pPr>
            <a:r>
              <a:rPr lang="en-GB" b="1" dirty="0"/>
              <a:t>Multiple</a:t>
            </a:r>
            <a:r>
              <a:rPr lang="en-GB" dirty="0"/>
              <a:t> updates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by default update updates only the first matching document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pass the parameter 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{multi: true}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db.devices.update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({}, {$set: {verified: true }}, {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multi:true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});</a:t>
            </a:r>
            <a:endParaRPr dirty="0"/>
          </a:p>
        </p:txBody>
      </p:sp>
      <p:pic>
        <p:nvPicPr>
          <p:cNvPr id="138" name="Google Shape;138;p21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45575" y="557675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2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Projection, Cursor, Ordering and Paging</a:t>
            </a:r>
            <a:endParaRPr/>
          </a:p>
        </p:txBody>
      </p:sp>
      <p:sp>
        <p:nvSpPr>
          <p:cNvPr id="144" name="Google Shape;144;p22"/>
          <p:cNvSpPr txBox="1">
            <a:spLocks noGrp="1"/>
          </p:cNvSpPr>
          <p:nvPr>
            <p:ph type="body" idx="1"/>
          </p:nvPr>
        </p:nvSpPr>
        <p:spPr>
          <a:xfrm>
            <a:off x="311700" y="1262947"/>
            <a:ext cx="8520600" cy="498019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/>
              <a:t>Projection</a:t>
            </a:r>
            <a:r>
              <a:rPr lang="en-GB" dirty="0"/>
              <a:t> is an optional parameter of find() to list the fields we want to </a:t>
            </a:r>
            <a:r>
              <a:rPr lang="en-GB" b="1" dirty="0"/>
              <a:t>retrieve/ exclude</a:t>
            </a:r>
            <a:endParaRPr b="1"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db.devices.find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({}, {name: 1})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Courier New"/>
              <a:buChar char="○"/>
            </a:pPr>
            <a:r>
              <a:rPr lang="en-GB" dirty="0"/>
              <a:t>by default, the _id is always returned, but we can explicitly exclude it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db.devices.find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({}, {name: 1, _id: 0})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Courier New"/>
              <a:buChar char="○"/>
            </a:pPr>
            <a:r>
              <a:rPr lang="en-GB" dirty="0"/>
              <a:t>aside from the _id, you </a:t>
            </a:r>
            <a:r>
              <a:rPr lang="en-GB" b="1" dirty="0"/>
              <a:t>cannot mix</a:t>
            </a:r>
            <a:r>
              <a:rPr lang="en-GB" dirty="0"/>
              <a:t> inclusion and exclusion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Courier New"/>
              <a:buChar char="○"/>
            </a:pPr>
            <a:endParaRPr sz="5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Find returns a </a:t>
            </a:r>
            <a:r>
              <a:rPr lang="en-GB" b="1" dirty="0"/>
              <a:t>cursor</a:t>
            </a:r>
            <a:r>
              <a:rPr lang="en-GB" dirty="0"/>
              <a:t> whose execution is </a:t>
            </a:r>
            <a:r>
              <a:rPr lang="en-GB" b="1" dirty="0"/>
              <a:t>delayed</a:t>
            </a:r>
            <a:r>
              <a:rPr lang="en-GB" dirty="0"/>
              <a:t> until needed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from the shell find appears to be executes immediately (a behaviour of the shell only)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observe the true behaviour by chaining methods to find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5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/>
              <a:t>Sort</a:t>
            </a:r>
            <a:r>
              <a:rPr lang="en-GB" dirty="0"/>
              <a:t>:  we can specify the fields we want to sort on as a JSON document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use 1 for ascending and -1 for descending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db.devices.find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().sort({weight:-1})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Courier New"/>
              <a:buChar char="○"/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db.devices.find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().sort({name: 1, values: -1})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Courier New"/>
              <a:buChar char="○"/>
            </a:pPr>
            <a:endParaRPr sz="5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ourier New"/>
              <a:buChar char="●"/>
            </a:pPr>
            <a:r>
              <a:rPr lang="en-GB" b="1" dirty="0"/>
              <a:t>Paging</a:t>
            </a:r>
            <a:r>
              <a:rPr lang="en-GB" dirty="0"/>
              <a:t> can be accomplished via </a:t>
            </a:r>
            <a:r>
              <a:rPr lang="en-GB" b="1" dirty="0"/>
              <a:t>limit</a:t>
            </a:r>
            <a:r>
              <a:rPr lang="en-GB" dirty="0"/>
              <a:t> and </a:t>
            </a:r>
            <a:r>
              <a:rPr lang="en-GB" b="1" dirty="0"/>
              <a:t>skip</a:t>
            </a:r>
            <a:r>
              <a:rPr lang="en-GB" dirty="0"/>
              <a:t> cursor methods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to get the second and third heaviest devices: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db.devices.find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().sort({weight: -1}).limit(2).skip(1)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Courier New"/>
              <a:buChar char="○"/>
            </a:pPr>
            <a:r>
              <a:rPr lang="en-GB" dirty="0"/>
              <a:t>it is always better to get list of entities in a paginated way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145" name="Google Shape;145;p22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06573" y="1696126"/>
            <a:ext cx="296550" cy="25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22">
            <a:hlinkClick r:id="rId5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32500" y="3063595"/>
            <a:ext cx="296550" cy="25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22">
            <a:hlinkClick r:id="rId6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32500" y="5120493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3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Arrays and Embedded Documents</a:t>
            </a:r>
            <a:endParaRPr/>
          </a:p>
        </p:txBody>
      </p:sp>
      <p:sp>
        <p:nvSpPr>
          <p:cNvPr id="153" name="Google Shape;153;p23"/>
          <p:cNvSpPr txBox="1">
            <a:spLocks noGrp="1"/>
          </p:cNvSpPr>
          <p:nvPr>
            <p:ph type="body" idx="1"/>
          </p:nvPr>
        </p:nvSpPr>
        <p:spPr>
          <a:xfrm>
            <a:off x="311700" y="1275525"/>
            <a:ext cx="8520600" cy="503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b="1" dirty="0"/>
              <a:t>Arrays</a:t>
            </a:r>
            <a:r>
              <a:rPr lang="en-GB" dirty="0"/>
              <a:t> can be used for </a:t>
            </a:r>
            <a:r>
              <a:rPr lang="en-GB" b="1" dirty="0"/>
              <a:t>many-to-one</a:t>
            </a:r>
            <a:r>
              <a:rPr lang="en-GB" dirty="0"/>
              <a:t> or </a:t>
            </a:r>
            <a:r>
              <a:rPr lang="en-GB" b="1" dirty="0"/>
              <a:t>many-to-many</a:t>
            </a:r>
            <a:r>
              <a:rPr lang="en-GB" dirty="0"/>
              <a:t> relationships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example: a measurement realized by two devices:</a:t>
            </a:r>
            <a:endParaRPr dirty="0"/>
          </a:p>
          <a:p>
            <a:pPr lvl="1">
              <a:spcBef>
                <a:spcPts val="0"/>
              </a:spcBef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db.measurements.insert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({_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id:ObjectId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('4d85c7039ab0fd70a117d733'), </a:t>
            </a:r>
            <a:br>
              <a:rPr lang="en-GB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value:76, devices:[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ObjectId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('6272386cdf012d4f4ba31b3b'), 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ObjectId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(’6272386cdf012d4f4ba31b3c')]})</a:t>
            </a:r>
          </a:p>
          <a:p>
            <a:pPr lvl="1">
              <a:spcBef>
                <a:spcPts val="0"/>
              </a:spcBef>
            </a:pPr>
            <a:r>
              <a:rPr lang="en-GB" dirty="0"/>
              <a:t>Notice that for some documents, the same field can be a scalar value, while for others it can be an array!</a:t>
            </a:r>
          </a:p>
          <a:p>
            <a:pPr lvl="1">
              <a:spcBef>
                <a:spcPts val="0"/>
              </a:spcBef>
            </a:pPr>
            <a:endParaRPr sz="10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Arrays of values are much more convenient to deal with than many-to-many join-tables</a:t>
            </a:r>
            <a:endParaRPr sz="600"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Mongo supports also </a:t>
            </a:r>
            <a:r>
              <a:rPr lang="en-GB" b="1" dirty="0"/>
              <a:t>embedded documents</a:t>
            </a:r>
            <a:r>
              <a:rPr lang="en-GB" dirty="0"/>
              <a:t>	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db.measurements.insert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({value:96, user:{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name:'Pio',surname:'Blu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’}})</a:t>
            </a:r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Courier New"/>
              <a:buChar char="●"/>
            </a:pPr>
            <a:r>
              <a:rPr lang="en-GB" dirty="0"/>
              <a:t>Embedded documents can be queried using a dot-notation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db.measurements.find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({'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user.name':'Pio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’})</a:t>
            </a:r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Courier New"/>
              <a:buChar char="●"/>
            </a:pPr>
            <a:r>
              <a:rPr lang="en-GB" dirty="0"/>
              <a:t>Combining the two concepts, we can </a:t>
            </a:r>
            <a:r>
              <a:rPr lang="en-GB" b="1" dirty="0"/>
              <a:t>embed arrays of documents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pic>
        <p:nvPicPr>
          <p:cNvPr id="154" name="Google Shape;154;p23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08000" y="551175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4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Indexes</a:t>
            </a:r>
            <a:endParaRPr dirty="0"/>
          </a:p>
        </p:txBody>
      </p:sp>
      <p:sp>
        <p:nvSpPr>
          <p:cNvPr id="160" name="Google Shape;160;p24"/>
          <p:cNvSpPr txBox="1">
            <a:spLocks noGrp="1"/>
          </p:cNvSpPr>
          <p:nvPr>
            <p:ph type="body" idx="1"/>
          </p:nvPr>
        </p:nvSpPr>
        <p:spPr>
          <a:xfrm>
            <a:off x="311700" y="990185"/>
            <a:ext cx="8520600" cy="54465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Indexes in mongo work like indexes in a relational database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help improve query and sorting performance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without indexes, mongo must perform a collection scan to select documents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special data structures (</a:t>
            </a:r>
            <a:r>
              <a:rPr lang="en-GB" dirty="0" err="1"/>
              <a:t>Btree</a:t>
            </a:r>
            <a:r>
              <a:rPr lang="en-GB" dirty="0"/>
              <a:t>) store value of a specific field (or set of fields) ordered by the value of the field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500" dirty="0"/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Created using 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ensureIndex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GB" dirty="0"/>
              <a:t>and dropped using 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dropIndex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db.devices.ensureIndex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({name: 1})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Courier New"/>
              <a:buChar char="○"/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db.devices.dropIndex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({name: 1})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Courier New"/>
              <a:buChar char="○"/>
            </a:pPr>
            <a:endParaRPr sz="5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ourier New"/>
              <a:buChar char="●"/>
            </a:pPr>
            <a:r>
              <a:rPr lang="en-GB" dirty="0"/>
              <a:t>The index can be set as </a:t>
            </a:r>
            <a:r>
              <a:rPr lang="en-GB" b="1" dirty="0"/>
              <a:t>unique</a:t>
            </a:r>
            <a:r>
              <a:rPr lang="en-GB" dirty="0"/>
              <a:t> 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do not store duplicate values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Courier New"/>
              <a:buChar char="○"/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db.devices.ensureIndex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({name: 1}, {unique: true})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Courier New"/>
              <a:buChar char="○"/>
            </a:pPr>
            <a:endParaRPr sz="5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We can also create </a:t>
            </a:r>
            <a:r>
              <a:rPr lang="en-GB" b="1" dirty="0"/>
              <a:t>compound</a:t>
            </a:r>
            <a:r>
              <a:rPr lang="en-GB" dirty="0"/>
              <a:t> indexes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indexes on multiple fields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 err="1">
                <a:latin typeface="Courier New"/>
                <a:cs typeface="Courier New"/>
              </a:rPr>
              <a:t>db.devices.ensureIndex</a:t>
            </a:r>
            <a:r>
              <a:rPr lang="en-GB" dirty="0">
                <a:latin typeface="Courier New"/>
                <a:cs typeface="Courier New"/>
              </a:rPr>
              <a:t>({name: 1, values: -1});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5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Indexes on embedded fields (dot-notation) and on array fields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if you index a field that holds an array, mongo creates separate index entries for every element of the array</a:t>
            </a:r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500" dirty="0"/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More: Geospatial Index, Text Indexes, Hashed Indexes</a:t>
            </a: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pic>
        <p:nvPicPr>
          <p:cNvPr id="161" name="Google Shape;161;p2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79200" y="551175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5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How to model data?</a:t>
            </a:r>
            <a:endParaRPr/>
          </a:p>
        </p:txBody>
      </p:sp>
      <p:sp>
        <p:nvSpPr>
          <p:cNvPr id="167" name="Google Shape;167;p25"/>
          <p:cNvSpPr txBox="1">
            <a:spLocks noGrp="1"/>
          </p:cNvSpPr>
          <p:nvPr>
            <p:ph type="body" idx="1"/>
          </p:nvPr>
        </p:nvSpPr>
        <p:spPr>
          <a:xfrm>
            <a:off x="311700" y="1043725"/>
            <a:ext cx="8520600" cy="554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/>
              <a:t>Embedded documents or referencing?</a:t>
            </a:r>
            <a:endParaRPr b="1" dirty="0"/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○"/>
            </a:pPr>
            <a:r>
              <a:rPr lang="en-GB" dirty="0"/>
              <a:t>a document size is currently limited to 16 </a:t>
            </a:r>
            <a:r>
              <a:rPr lang="en-GB" dirty="0" err="1"/>
              <a:t>MBytes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embedded mostly used for “smaller” pieces of data (always pull with the parent) 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example: store an addresses with each user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don’t underestimate the power of embedded documents 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often removes the need to join</a:t>
            </a: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10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/>
              <a:t>Few or many collections?</a:t>
            </a:r>
            <a:endParaRPr b="1"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no enforced schema, so it’s possible to build a system using a single collection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very bad idea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better to model similarly a relational system (with fewer collections)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if it would be a table in a relational </a:t>
            </a:r>
            <a:r>
              <a:rPr lang="en-GB" dirty="0" err="1"/>
              <a:t>db</a:t>
            </a:r>
            <a:r>
              <a:rPr lang="en-GB" dirty="0"/>
              <a:t>, there’s a chance it’ll be a collection in mongo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many-to-many or one-to-many join table are exceptions </a:t>
            </a: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5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Example from a blog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should you have a “posts” collection and a “comments” collection, or should each post have an array of comments embedded within it? 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most developers should prefer to separate things out: cleaner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you can combine: keep comments in their own collection, but embed few comments in the post to be able to display them with the post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0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Principle: </a:t>
            </a:r>
            <a:r>
              <a:rPr lang="en-GB" b="1" dirty="0"/>
              <a:t>keep together data that you want to get back in one query</a:t>
            </a:r>
            <a:endParaRPr b="1"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pic>
        <p:nvPicPr>
          <p:cNvPr id="168" name="Google Shape;168;p25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12275" y="522000"/>
            <a:ext cx="296550" cy="25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25">
            <a:hlinkClick r:id="rId5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89364" y="4522245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Aggregation</a:t>
            </a:r>
            <a:endParaRPr dirty="0"/>
          </a:p>
        </p:txBody>
      </p:sp>
      <p:sp>
        <p:nvSpPr>
          <p:cNvPr id="175" name="Google Shape;175;p26"/>
          <p:cNvSpPr txBox="1">
            <a:spLocks noGrp="1"/>
          </p:cNvSpPr>
          <p:nvPr>
            <p:ph type="body" idx="1"/>
          </p:nvPr>
        </p:nvSpPr>
        <p:spPr>
          <a:xfrm>
            <a:off x="311700" y="967525"/>
            <a:ext cx="8520600" cy="569453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Process data records and return computed results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groups values from multiple documents together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perform a variety of operations on the grouped data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return a single result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MongoDB provides three ways to perform aggregation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sz="5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/>
              <a:t>Aggregation Pipeline</a:t>
            </a:r>
            <a:endParaRPr b="1"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array of data transformations applied to the data in order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db.devices.</a:t>
            </a:r>
            <a:r>
              <a:rPr lang="en-GB" b="1" dirty="0" err="1">
                <a:latin typeface="Courier New"/>
                <a:ea typeface="Courier New"/>
                <a:cs typeface="Courier New"/>
                <a:sym typeface="Courier New"/>
              </a:rPr>
              <a:t>aggregate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([ ... aggregation steps go here ...]);</a:t>
            </a:r>
            <a:endParaRPr sz="1800"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the first stage is </a:t>
            </a:r>
            <a:r>
              <a:rPr lang="en-GB" b="1" dirty="0"/>
              <a:t>matching</a:t>
            </a:r>
            <a:endParaRPr b="1"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to filter out documents 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</a:pPr>
            <a:r>
              <a:rPr lang="en-GB" dirty="0"/>
              <a:t>then </a:t>
            </a:r>
            <a:r>
              <a:rPr lang="en-GB" b="1" dirty="0"/>
              <a:t>grouping</a:t>
            </a:r>
            <a:r>
              <a:rPr lang="en-GB" dirty="0"/>
              <a:t> together the ones into useful subsets, or to perform operations across a common field in all documents</a:t>
            </a:r>
          </a:p>
          <a:p>
            <a:pPr lvl="2">
              <a:spcBef>
                <a:spcPts val="0"/>
              </a:spcBef>
            </a:pPr>
            <a:r>
              <a:rPr lang="en-GB" sz="1200" dirty="0"/>
              <a:t>e.g. calculating the sum of some field</a:t>
            </a:r>
            <a:endParaRPr lang="en-GB" sz="12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 err="1">
                <a:latin typeface="Courier New"/>
                <a:ea typeface="Courier New"/>
                <a:cs typeface="Courier New"/>
                <a:sym typeface="Courier New"/>
              </a:rPr>
              <a:t>db.devices.aggregate</a:t>
            </a: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([{$match: {weight: {$</a:t>
            </a:r>
            <a:r>
              <a:rPr lang="en-GB" sz="1200" dirty="0" err="1">
                <a:latin typeface="Courier New"/>
                <a:ea typeface="Courier New"/>
                <a:cs typeface="Courier New"/>
                <a:sym typeface="Courier New"/>
              </a:rPr>
              <a:t>gt</a:t>
            </a: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: 700}}}, </a:t>
            </a:r>
            <a:b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		       {$group: {_id: null, total: {$sum: '$values'}}}])</a:t>
            </a: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5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/>
              <a:t>Single Purpose Aggregation Methods</a:t>
            </a:r>
            <a:endParaRPr b="1"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simple access to common aggregation processes</a:t>
            </a:r>
            <a:endParaRPr dirty="0"/>
          </a:p>
          <a:p>
            <a:pPr lvl="2">
              <a:spcBef>
                <a:spcPts val="0"/>
              </a:spcBef>
            </a:pPr>
            <a:r>
              <a:rPr lang="en-GB" dirty="0"/>
              <a:t>lack the flexibility of the aggregation pipeline</a:t>
            </a:r>
          </a:p>
          <a:p>
            <a:pPr marL="1511300" lvl="3" indent="0">
              <a:spcBef>
                <a:spcPts val="0"/>
              </a:spcBef>
              <a:buNone/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db.collection.estimatedDocumentCount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1511300" marR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db.collection.distinct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GB" dirty="0"/>
              <a:t>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/>
              <a:t>Map-Reduce</a:t>
            </a:r>
            <a:r>
              <a:rPr lang="en-GB" dirty="0"/>
              <a:t> function...</a:t>
            </a:r>
            <a:endParaRPr dirty="0"/>
          </a:p>
          <a:p>
            <a:pPr marL="91440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pic>
        <p:nvPicPr>
          <p:cNvPr id="176" name="Google Shape;176;p26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85358" y="566254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7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When to use Mongo?</a:t>
            </a:r>
            <a:endParaRPr/>
          </a:p>
        </p:txBody>
      </p:sp>
      <p:sp>
        <p:nvSpPr>
          <p:cNvPr id="182" name="Google Shape;182;p27"/>
          <p:cNvSpPr txBox="1">
            <a:spLocks noGrp="1"/>
          </p:cNvSpPr>
          <p:nvPr>
            <p:ph type="body" idx="1"/>
          </p:nvPr>
        </p:nvSpPr>
        <p:spPr>
          <a:xfrm>
            <a:off x="311700" y="1149025"/>
            <a:ext cx="8520600" cy="542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GB" dirty="0"/>
              <a:t>Mongo should be seen as a </a:t>
            </a:r>
            <a:r>
              <a:rPr lang="en-GB" b="1" dirty="0"/>
              <a:t>direct alternative</a:t>
            </a:r>
            <a:r>
              <a:rPr lang="en-GB" dirty="0"/>
              <a:t> to relational databases</a:t>
            </a: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endParaRPr sz="5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/>
              <a:t>schema-less</a:t>
            </a:r>
            <a:endParaRPr b="1"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more flexible than traditional database tables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schema-less is cool, but most of your data is going to be highly structured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occasional mismatch can be handy (e.g. introduction of new features)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lack of setup and reduced friction with OOP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you want to save an object? serialize it to JSON and send it to mongo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no property mapping or type mapping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Example: a logging </a:t>
            </a:r>
            <a:r>
              <a:rPr lang="en-GB" dirty="0" err="1"/>
              <a:t>db</a:t>
            </a:r>
            <a:endParaRPr lang="en-GB"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5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Control over </a:t>
            </a:r>
            <a:r>
              <a:rPr lang="en-GB" b="1" dirty="0"/>
              <a:t>write performance</a:t>
            </a:r>
            <a:r>
              <a:rPr lang="en-GB" dirty="0"/>
              <a:t> and </a:t>
            </a:r>
            <a:r>
              <a:rPr lang="en-GB" b="1" dirty="0"/>
              <a:t>data durability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possibility to send write commands that return immediately (without waiting)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control the write behaviour with respect to data durability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b="1" dirty="0"/>
              <a:t>capped</a:t>
            </a:r>
            <a:r>
              <a:rPr lang="en-GB" dirty="0"/>
              <a:t> collection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db.createCollection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('logs', {capped: true, size: 1048576})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when collection reaches its limit, old documents are automatically purged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possibility to specifying how many servers should get data before considered successful</a:t>
            </a:r>
            <a:endParaRPr dirty="0"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replication…</a:t>
            </a:r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600" dirty="0"/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/>
              <a:t>Full text search, Geospatial</a:t>
            </a:r>
            <a:endParaRPr b="1"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stemming and stop words, </a:t>
            </a:r>
            <a:r>
              <a:rPr lang="en-GB" dirty="0" err="1"/>
              <a:t>geoJSON</a:t>
            </a:r>
            <a:endParaRPr dirty="0"/>
          </a:p>
        </p:txBody>
      </p:sp>
      <p:pic>
        <p:nvPicPr>
          <p:cNvPr id="183" name="Google Shape;183;p27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23000" y="536275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8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Replication and Sharding</a:t>
            </a:r>
            <a:endParaRPr/>
          </a:p>
        </p:txBody>
      </p:sp>
      <p:sp>
        <p:nvSpPr>
          <p:cNvPr id="189" name="Google Shape;189;p28"/>
          <p:cNvSpPr txBox="1">
            <a:spLocks noGrp="1"/>
          </p:cNvSpPr>
          <p:nvPr>
            <p:ph type="body" idx="1"/>
          </p:nvPr>
        </p:nvSpPr>
        <p:spPr>
          <a:xfrm>
            <a:off x="245550" y="1161103"/>
            <a:ext cx="8520600" cy="54051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GB" b="1" dirty="0"/>
              <a:t>Replica set</a:t>
            </a:r>
            <a:endParaRPr b="1" dirty="0"/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○"/>
            </a:pPr>
            <a:r>
              <a:rPr lang="en-GB" dirty="0"/>
              <a:t>three or more servers that hold the same data</a:t>
            </a: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○"/>
            </a:pPr>
            <a:r>
              <a:rPr lang="en-GB" dirty="0"/>
              <a:t>writes are sent to a single server (the primary) </a:t>
            </a:r>
            <a:br>
              <a:rPr lang="en-GB" dirty="0"/>
            </a:br>
            <a:r>
              <a:rPr lang="en-GB" dirty="0"/>
              <a:t>then it’s asynchronously replicated to every secondary	</a:t>
            </a: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○"/>
            </a:pPr>
            <a:r>
              <a:rPr lang="en-GB" dirty="0"/>
              <a:t>performance and high availability</a:t>
            </a:r>
          </a:p>
          <a:p>
            <a:pPr lvl="2">
              <a:spcBef>
                <a:spcPts val="0"/>
              </a:spcBef>
            </a:pPr>
            <a:r>
              <a:rPr lang="en-GB" dirty="0"/>
              <a:t>long queries can be moved to secondaries to reduce load on the primary</a:t>
            </a:r>
          </a:p>
          <a:p>
            <a:pPr lvl="2">
              <a:spcBef>
                <a:spcPts val="0"/>
              </a:spcBef>
            </a:pPr>
            <a:r>
              <a:rPr lang="en-GB" dirty="0"/>
              <a:t>the risk of reading slightly stale data</a:t>
            </a:r>
          </a:p>
          <a:p>
            <a:pPr lvl="2">
              <a:spcBef>
                <a:spcPts val="0"/>
              </a:spcBef>
            </a:pPr>
            <a:r>
              <a:rPr lang="en-GB" dirty="0"/>
              <a:t>if the primary goes down, a secondary will be elected as the new primary</a:t>
            </a: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endParaRPr sz="10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 err="1"/>
              <a:t>Sharding</a:t>
            </a:r>
            <a:endParaRPr lang="en-GB" dirty="0"/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○"/>
            </a:pPr>
            <a:r>
              <a:rPr lang="en-GB" dirty="0"/>
              <a:t>approach to scalability which partitions data across multiple servers</a:t>
            </a: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○"/>
            </a:pPr>
            <a:r>
              <a:rPr lang="en-GB" dirty="0"/>
              <a:t>simple implementation: data of users with names A-M on server1 and the rest on </a:t>
            </a:r>
            <a:endParaRPr lang="it-IT" dirty="0"/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lang="it-IT" sz="1000" dirty="0"/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/>
              <a:t>CAP theorem</a:t>
            </a:r>
            <a:r>
              <a:rPr lang="en-GB" dirty="0"/>
              <a:t>: any distributed datastore can provide only two of the following three guarantees</a:t>
            </a: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○"/>
            </a:pPr>
            <a:r>
              <a:rPr lang="en-GB" b="1" dirty="0"/>
              <a:t>consistency</a:t>
            </a:r>
            <a:r>
              <a:rPr lang="en-GB" dirty="0"/>
              <a:t>: every read receives the most recent write or an error</a:t>
            </a: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○"/>
            </a:pPr>
            <a:r>
              <a:rPr lang="en-GB" b="1" dirty="0"/>
              <a:t>availability</a:t>
            </a:r>
            <a:r>
              <a:rPr lang="en-GB" dirty="0"/>
              <a:t>: every request receives a response (not guarantee to the most recent write)</a:t>
            </a: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○"/>
            </a:pPr>
            <a:r>
              <a:rPr lang="en-GB" b="1" dirty="0"/>
              <a:t>partition tolerance</a:t>
            </a:r>
            <a:r>
              <a:rPr lang="en-GB" dirty="0"/>
              <a:t>: the system continues to operate despite an arbitrary number of messages being dropped (or delayed) by the network between nodes</a:t>
            </a: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○"/>
            </a:pPr>
            <a:r>
              <a:rPr lang="en-GB" dirty="0"/>
              <a:t>thus, if there is a partition, you have to choose between consistency or availability</a:t>
            </a:r>
          </a:p>
        </p:txBody>
      </p:sp>
      <p:pic>
        <p:nvPicPr>
          <p:cNvPr id="190" name="Google Shape;190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02424" y="635225"/>
            <a:ext cx="2963726" cy="1121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28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742850" y="507100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9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Transaction</a:t>
            </a:r>
            <a:endParaRPr/>
          </a:p>
        </p:txBody>
      </p:sp>
      <p:sp>
        <p:nvSpPr>
          <p:cNvPr id="197" name="Google Shape;197;p29"/>
          <p:cNvSpPr txBox="1">
            <a:spLocks noGrp="1"/>
          </p:cNvSpPr>
          <p:nvPr>
            <p:ph type="body" idx="1"/>
          </p:nvPr>
        </p:nvSpPr>
        <p:spPr>
          <a:xfrm>
            <a:off x="195975" y="1075000"/>
            <a:ext cx="8520600" cy="535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GB" dirty="0"/>
              <a:t>Tasks executed in </a:t>
            </a:r>
            <a:r>
              <a:rPr lang="en-GB" b="1" dirty="0"/>
              <a:t>ACID</a:t>
            </a:r>
            <a:r>
              <a:rPr lang="en-GB" dirty="0"/>
              <a:t> way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/>
              <a:t>Atomicity</a:t>
            </a:r>
            <a:endParaRPr b="1" dirty="0"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a transaction is treated as a single "unit", which either succeeds completely, or fails completely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/>
              <a:t>Consistency</a:t>
            </a:r>
            <a:endParaRPr b="1" dirty="0"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transactions can only bring the </a:t>
            </a:r>
            <a:r>
              <a:rPr lang="en-GB" dirty="0" err="1"/>
              <a:t>db</a:t>
            </a:r>
            <a:r>
              <a:rPr lang="en-GB" dirty="0"/>
              <a:t> from one valid state to another 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/>
              <a:t>Isolation</a:t>
            </a:r>
            <a:endParaRPr b="1" dirty="0"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concurrent execution of transactions leaves the database in the same state that would have been obtained if the transactions were executed sequentially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/>
              <a:t>Durability</a:t>
            </a:r>
            <a:endParaRPr b="1" dirty="0"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once a transaction has been committed, it will remain committed even in the case of a system failure 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An operation </a:t>
            </a:r>
            <a:r>
              <a:rPr lang="en-GB" u="sng" dirty="0"/>
              <a:t>on a single document</a:t>
            </a:r>
            <a:r>
              <a:rPr lang="en-GB" dirty="0"/>
              <a:t> is atomic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embedded documents and arrays captures relationships between data in a single document and obviates the need for transactions (multi-docs) for many practical cases</a:t>
            </a:r>
            <a:endParaRPr dirty="0"/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</a:pPr>
            <a:r>
              <a:rPr lang="en-GB" b="1" dirty="0"/>
              <a:t>Multi-document transactions</a:t>
            </a:r>
            <a:r>
              <a:rPr lang="en-GB" dirty="0"/>
              <a:t> 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</a:pPr>
            <a:r>
              <a:rPr lang="en-GB" dirty="0"/>
              <a:t>used across multiple operations, collections, databases, and documents 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it’s ACID, but needs a </a:t>
            </a:r>
            <a:r>
              <a:rPr lang="en-GB" b="1" dirty="0"/>
              <a:t>replica set</a:t>
            </a:r>
            <a:r>
              <a:rPr lang="en-GB" dirty="0"/>
              <a:t>	</a:t>
            </a:r>
            <a:endParaRPr dirty="0"/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</a:pPr>
            <a:r>
              <a:rPr lang="en-GB" dirty="0"/>
              <a:t>Advanced topic…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u="sng" dirty="0">
                <a:solidFill>
                  <a:schemeClr val="hlink"/>
                </a:solidFill>
                <a:hlinkClick r:id="rId3"/>
              </a:rPr>
              <a:t>https://thecodebarbarian.com/a-node-js-perspective-on-mongodb-4-transactions.html</a:t>
            </a:r>
            <a:r>
              <a:rPr lang="en-GB" dirty="0"/>
              <a:t> </a:t>
            </a:r>
            <a:endParaRPr dirty="0"/>
          </a:p>
        </p:txBody>
      </p:sp>
      <p:pic>
        <p:nvPicPr>
          <p:cNvPr id="198" name="Google Shape;198;p29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398500" y="546025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0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Stats, Backup, Restore, Profiler</a:t>
            </a:r>
            <a:endParaRPr/>
          </a:p>
        </p:txBody>
      </p:sp>
      <p:sp>
        <p:nvSpPr>
          <p:cNvPr id="204" name="Google Shape;204;p30"/>
          <p:cNvSpPr txBox="1">
            <a:spLocks noGrp="1"/>
          </p:cNvSpPr>
          <p:nvPr>
            <p:ph type="body" idx="1"/>
          </p:nvPr>
        </p:nvSpPr>
        <p:spPr>
          <a:xfrm>
            <a:off x="311700" y="1203445"/>
            <a:ext cx="8520600" cy="489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To obtain </a:t>
            </a:r>
            <a:r>
              <a:rPr lang="en-GB" b="1" dirty="0"/>
              <a:t>statistics</a:t>
            </a:r>
            <a:r>
              <a:rPr lang="en-GB" dirty="0"/>
              <a:t> on a database/collection 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db.stats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db.devices.stats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information deals with the size and indexes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0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The </a:t>
            </a:r>
            <a:r>
              <a:rPr lang="en-GB" b="1" dirty="0"/>
              <a:t>profiler</a:t>
            </a:r>
            <a:r>
              <a:rPr lang="en-GB" dirty="0"/>
              <a:t> tells us what was run and when, how many documents were scanned, and how much data was returned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db.setProfilingLevel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(X)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0 profiler is off and does not collect any data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1 profiler collects data for operations that take longer than 100 </a:t>
            </a:r>
            <a:r>
              <a:rPr lang="en-GB" dirty="0" err="1"/>
              <a:t>ms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2 profiler collects data for all operations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db.system.profile.find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()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mongodump</a:t>
            </a:r>
            <a:r>
              <a:rPr lang="en-GB" dirty="0"/>
              <a:t> backups all of databases to a dump subfolder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options to select a </a:t>
            </a:r>
            <a:r>
              <a:rPr lang="en-GB" dirty="0" err="1"/>
              <a:t>db</a:t>
            </a:r>
            <a:r>
              <a:rPr lang="en-GB" dirty="0"/>
              <a:t>, a specific collection </a:t>
            </a:r>
            <a:endParaRPr dirty="0"/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mongorestore</a:t>
            </a:r>
            <a:r>
              <a:rPr lang="en-GB" dirty="0"/>
              <a:t> is used to restore a previously made backup</a:t>
            </a:r>
            <a:endParaRPr dirty="0"/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mongoexport</a:t>
            </a:r>
            <a:r>
              <a:rPr lang="en-GB" dirty="0"/>
              <a:t> to use different data formats than BSON (JSON and CSV)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mongoexport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 --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db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mydb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 --collection devices --csv --fields name, weight</a:t>
            </a:r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1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Mongoose</a:t>
            </a:r>
            <a:endParaRPr/>
          </a:p>
        </p:txBody>
      </p:sp>
      <p:sp>
        <p:nvSpPr>
          <p:cNvPr id="210" name="Google Shape;210;p31"/>
          <p:cNvSpPr txBox="1">
            <a:spLocks noGrp="1"/>
          </p:cNvSpPr>
          <p:nvPr>
            <p:ph type="body" idx="1"/>
          </p:nvPr>
        </p:nvSpPr>
        <p:spPr>
          <a:xfrm>
            <a:off x="311700" y="957725"/>
            <a:ext cx="8520600" cy="56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GB" dirty="0"/>
              <a:t>An Object Data </a:t>
            </a:r>
            <a:r>
              <a:rPr lang="en-GB" dirty="0" err="1"/>
              <a:t>Modeling</a:t>
            </a:r>
            <a:r>
              <a:rPr lang="en-GB" dirty="0"/>
              <a:t> (ODM)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provides a </a:t>
            </a:r>
            <a:r>
              <a:rPr lang="en-GB" dirty="0" err="1"/>
              <a:t>modeling</a:t>
            </a:r>
            <a:r>
              <a:rPr lang="en-GB" dirty="0"/>
              <a:t> environment for data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enforces structure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still maintains the flexibility of MongoDB</a:t>
            </a:r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dirty="0"/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Install </a:t>
            </a:r>
            <a:r>
              <a:rPr lang="en-GB" dirty="0" err="1"/>
              <a:t>mogoose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npm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 install mongoose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Courier New"/>
              <a:buChar char="●"/>
            </a:pPr>
            <a:endParaRPr lang="en-GB" dirty="0">
              <a:highlight>
                <a:srgbClr val="FFFF00"/>
              </a:highlight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Courier New"/>
              <a:buChar char="●"/>
            </a:pPr>
            <a:r>
              <a:rPr lang="en-GB" dirty="0">
                <a:highlight>
                  <a:srgbClr val="FFFF00"/>
                </a:highlight>
              </a:rPr>
              <a:t>Code: </a:t>
            </a:r>
            <a:r>
              <a:rPr lang="en-GB" b="1" dirty="0" err="1">
                <a:highlight>
                  <a:srgbClr val="FFFF00"/>
                </a:highlight>
              </a:rPr>
              <a:t>WoT</a:t>
            </a:r>
            <a:r>
              <a:rPr lang="en-GB" b="1" dirty="0">
                <a:highlight>
                  <a:srgbClr val="FFFF00"/>
                </a:highlight>
              </a:rPr>
              <a:t> Fog Server</a:t>
            </a:r>
            <a:endParaRPr b="1" dirty="0">
              <a:highlight>
                <a:srgbClr val="FFFF00"/>
              </a:highlight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Courier New"/>
              <a:buChar char="●"/>
            </a:pPr>
            <a:r>
              <a:rPr lang="en-GB" dirty="0"/>
              <a:t>Connection to Mongo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see </a:t>
            </a:r>
            <a:r>
              <a:rPr lang="en-GB" b="1" dirty="0" err="1"/>
              <a:t>database.js</a:t>
            </a:r>
            <a:endParaRPr b="1"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const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 mongoose = require('mongoose');</a:t>
            </a:r>
            <a:br>
              <a:rPr lang="en-GB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mongoose.connect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mongodb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://localhost:27017/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wotserver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-prod)</a:t>
            </a:r>
            <a:r>
              <a:rPr lang="en-GB" dirty="0"/>
              <a:t>;</a:t>
            </a:r>
            <a:br>
              <a:rPr lang="en-GB" dirty="0"/>
            </a:b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mongoose.connection.on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('error', (err) =&gt; {</a:t>
            </a:r>
            <a:br>
              <a:rPr lang="en-GB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	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console.error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('Database connection error '+ 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err.message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);})</a:t>
            </a:r>
            <a:r>
              <a:rPr lang="en-GB" dirty="0"/>
              <a:t>;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it is best to open </a:t>
            </a:r>
            <a:r>
              <a:rPr lang="en-GB" dirty="0" err="1"/>
              <a:t>db</a:t>
            </a:r>
            <a:r>
              <a:rPr lang="en-GB" dirty="0"/>
              <a:t> connection once (at </a:t>
            </a:r>
            <a:r>
              <a:rPr lang="en-GB" dirty="0" err="1"/>
              <a:t>startup</a:t>
            </a:r>
            <a:r>
              <a:rPr lang="en-GB" dirty="0"/>
              <a:t>) and leave it open until app shuts down</a:t>
            </a: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2"/>
          <p:cNvSpPr txBox="1">
            <a:spLocks noGrp="1"/>
          </p:cNvSpPr>
          <p:nvPr>
            <p:ph type="title"/>
          </p:nvPr>
        </p:nvSpPr>
        <p:spPr>
          <a:xfrm>
            <a:off x="327675" y="383708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WoT Fog Server</a:t>
            </a:r>
            <a:endParaRPr/>
          </a:p>
        </p:txBody>
      </p:sp>
      <p:grpSp>
        <p:nvGrpSpPr>
          <p:cNvPr id="216" name="Google Shape;216;p32"/>
          <p:cNvGrpSpPr/>
          <p:nvPr/>
        </p:nvGrpSpPr>
        <p:grpSpPr>
          <a:xfrm>
            <a:off x="5181125" y="2749773"/>
            <a:ext cx="2139600" cy="1588766"/>
            <a:chOff x="3005500" y="2960575"/>
            <a:chExt cx="2139600" cy="1599000"/>
          </a:xfrm>
        </p:grpSpPr>
        <p:sp>
          <p:nvSpPr>
            <p:cNvPr id="217" name="Google Shape;217;p32"/>
            <p:cNvSpPr/>
            <p:nvPr/>
          </p:nvSpPr>
          <p:spPr>
            <a:xfrm>
              <a:off x="3005500" y="2960575"/>
              <a:ext cx="2139600" cy="1599000"/>
            </a:xfrm>
            <a:prstGeom prst="ellipse">
              <a:avLst/>
            </a:prstGeom>
            <a:solidFill>
              <a:srgbClr val="FFFFFF"/>
            </a:solidFill>
            <a:ln w="28575" cap="flat" cmpd="sng">
              <a:solidFill>
                <a:srgbClr val="4A86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/>
                <a:t>MODEL</a:t>
              </a:r>
              <a:endParaRPr sz="1800"/>
            </a:p>
          </p:txBody>
        </p:sp>
        <p:sp>
          <p:nvSpPr>
            <p:cNvPr id="218" name="Google Shape;218;p32"/>
            <p:cNvSpPr/>
            <p:nvPr/>
          </p:nvSpPr>
          <p:spPr>
            <a:xfrm>
              <a:off x="3028025" y="2962300"/>
              <a:ext cx="1159868" cy="752771"/>
            </a:xfrm>
            <a:custGeom>
              <a:avLst/>
              <a:gdLst/>
              <a:ahLst/>
              <a:cxnLst/>
              <a:rect l="l" t="t" r="r" b="b"/>
              <a:pathLst>
                <a:path w="51350" h="36035" extrusionOk="0">
                  <a:moveTo>
                    <a:pt x="0" y="36035"/>
                  </a:moveTo>
                  <a:cubicBezTo>
                    <a:pt x="17283" y="36035"/>
                    <a:pt x="34249" y="23857"/>
                    <a:pt x="45044" y="10360"/>
                  </a:cubicBezTo>
                  <a:cubicBezTo>
                    <a:pt x="47569" y="7203"/>
                    <a:pt x="51350" y="4043"/>
                    <a:pt x="51350" y="0"/>
                  </a:cubicBezTo>
                </a:path>
              </a:pathLst>
            </a:custGeom>
            <a:noFill/>
            <a:ln w="28575" cap="flat" cmpd="sng">
              <a:solidFill>
                <a:srgbClr val="4A86E8"/>
              </a:solidFill>
              <a:prstDash val="dash"/>
              <a:round/>
              <a:headEnd type="none" w="med" len="med"/>
              <a:tailEnd type="none" w="med" len="med"/>
            </a:ln>
          </p:spPr>
        </p:sp>
        <p:sp>
          <p:nvSpPr>
            <p:cNvPr id="219" name="Google Shape;219;p32"/>
            <p:cNvSpPr/>
            <p:nvPr/>
          </p:nvSpPr>
          <p:spPr>
            <a:xfrm flipH="1">
              <a:off x="4086498" y="3174576"/>
              <a:ext cx="1002352" cy="530525"/>
            </a:xfrm>
            <a:custGeom>
              <a:avLst/>
              <a:gdLst/>
              <a:ahLst/>
              <a:cxnLst/>
              <a:rect l="l" t="t" r="r" b="b"/>
              <a:pathLst>
                <a:path w="51350" h="36035" extrusionOk="0">
                  <a:moveTo>
                    <a:pt x="0" y="36035"/>
                  </a:moveTo>
                  <a:cubicBezTo>
                    <a:pt x="17283" y="36035"/>
                    <a:pt x="34249" y="23857"/>
                    <a:pt x="45044" y="10360"/>
                  </a:cubicBezTo>
                  <a:cubicBezTo>
                    <a:pt x="47569" y="7203"/>
                    <a:pt x="51350" y="4043"/>
                    <a:pt x="51350" y="0"/>
                  </a:cubicBezTo>
                </a:path>
              </a:pathLst>
            </a:custGeom>
            <a:noFill/>
            <a:ln w="28575" cap="flat" cmpd="sng">
              <a:solidFill>
                <a:srgbClr val="4A86E8"/>
              </a:solidFill>
              <a:prstDash val="dash"/>
              <a:round/>
              <a:headEnd type="none" w="med" len="med"/>
              <a:tailEnd type="none" w="med" len="med"/>
            </a:ln>
          </p:spPr>
        </p:sp>
        <p:sp>
          <p:nvSpPr>
            <p:cNvPr id="220" name="Google Shape;220;p32"/>
            <p:cNvSpPr/>
            <p:nvPr/>
          </p:nvSpPr>
          <p:spPr>
            <a:xfrm rot="-173223" flipH="1">
              <a:off x="3454269" y="3646146"/>
              <a:ext cx="983831" cy="866591"/>
            </a:xfrm>
            <a:custGeom>
              <a:avLst/>
              <a:gdLst/>
              <a:ahLst/>
              <a:cxnLst/>
              <a:rect l="l" t="t" r="r" b="b"/>
              <a:pathLst>
                <a:path w="51350" h="36035" extrusionOk="0">
                  <a:moveTo>
                    <a:pt x="0" y="36035"/>
                  </a:moveTo>
                  <a:cubicBezTo>
                    <a:pt x="17283" y="36035"/>
                    <a:pt x="34249" y="23857"/>
                    <a:pt x="45044" y="10360"/>
                  </a:cubicBezTo>
                  <a:cubicBezTo>
                    <a:pt x="47569" y="7203"/>
                    <a:pt x="51350" y="4043"/>
                    <a:pt x="51350" y="0"/>
                  </a:cubicBezTo>
                </a:path>
              </a:pathLst>
            </a:custGeom>
            <a:noFill/>
            <a:ln w="28575" cap="flat" cmpd="sng">
              <a:solidFill>
                <a:srgbClr val="4A86E8"/>
              </a:solidFill>
              <a:prstDash val="dash"/>
              <a:round/>
              <a:headEnd type="none" w="med" len="med"/>
              <a:tailEnd type="none" w="med" len="med"/>
            </a:ln>
          </p:spPr>
        </p:sp>
      </p:grpSp>
      <p:sp>
        <p:nvSpPr>
          <p:cNvPr id="221" name="Google Shape;221;p32"/>
          <p:cNvSpPr/>
          <p:nvPr/>
        </p:nvSpPr>
        <p:spPr>
          <a:xfrm>
            <a:off x="3212175" y="3043943"/>
            <a:ext cx="1486200" cy="1006800"/>
          </a:xfrm>
          <a:prstGeom prst="rect">
            <a:avLst/>
          </a:prstGeom>
          <a:noFill/>
          <a:ln w="28575" cap="flat" cmpd="sng">
            <a:solidFill>
              <a:srgbClr val="4A86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/>
              <a:t>SERVER</a:t>
            </a:r>
            <a:endParaRPr sz="18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/>
              <a:t>(Express)</a:t>
            </a:r>
            <a:endParaRPr sz="1800"/>
          </a:p>
        </p:txBody>
      </p:sp>
      <p:cxnSp>
        <p:nvCxnSpPr>
          <p:cNvPr id="222" name="Google Shape;222;p32"/>
          <p:cNvCxnSpPr>
            <a:stCxn id="221" idx="3"/>
            <a:endCxn id="217" idx="1"/>
          </p:cNvCxnSpPr>
          <p:nvPr/>
        </p:nvCxnSpPr>
        <p:spPr>
          <a:xfrm rot="10800000" flipH="1">
            <a:off x="4698375" y="2982443"/>
            <a:ext cx="796200" cy="564900"/>
          </a:xfrm>
          <a:prstGeom prst="curvedConnector4">
            <a:avLst>
              <a:gd name="adj1" fmla="val 30316"/>
              <a:gd name="adj2" fmla="val 183341"/>
            </a:avLst>
          </a:prstGeom>
          <a:noFill/>
          <a:ln w="19050" cap="flat" cmpd="sng">
            <a:solidFill>
              <a:srgbClr val="B7B7B7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223" name="Google Shape;223;p32"/>
          <p:cNvCxnSpPr>
            <a:endCxn id="217" idx="3"/>
          </p:cNvCxnSpPr>
          <p:nvPr/>
        </p:nvCxnSpPr>
        <p:spPr>
          <a:xfrm>
            <a:off x="4711462" y="3852970"/>
            <a:ext cx="783000" cy="252900"/>
          </a:xfrm>
          <a:prstGeom prst="curvedConnector4">
            <a:avLst>
              <a:gd name="adj1" fmla="val 29991"/>
              <a:gd name="adj2" fmla="val 170287"/>
            </a:avLst>
          </a:prstGeom>
          <a:noFill/>
          <a:ln w="19050" cap="flat" cmpd="sng">
            <a:solidFill>
              <a:srgbClr val="B7B7B7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224" name="Google Shape;224;p32"/>
          <p:cNvCxnSpPr>
            <a:stCxn id="221" idx="3"/>
          </p:cNvCxnSpPr>
          <p:nvPr/>
        </p:nvCxnSpPr>
        <p:spPr>
          <a:xfrm>
            <a:off x="4698375" y="3547343"/>
            <a:ext cx="1950300" cy="401400"/>
          </a:xfrm>
          <a:prstGeom prst="curvedConnector3">
            <a:avLst>
              <a:gd name="adj1" fmla="val 44555"/>
            </a:avLst>
          </a:prstGeom>
          <a:noFill/>
          <a:ln w="19050" cap="flat" cmpd="sng">
            <a:solidFill>
              <a:srgbClr val="B7B7B7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225" name="Google Shape;225;p32"/>
          <p:cNvCxnSpPr/>
          <p:nvPr/>
        </p:nvCxnSpPr>
        <p:spPr>
          <a:xfrm>
            <a:off x="4673388" y="3188416"/>
            <a:ext cx="2194200" cy="80700"/>
          </a:xfrm>
          <a:prstGeom prst="curvedConnector3">
            <a:avLst>
              <a:gd name="adj1" fmla="val 50000"/>
            </a:avLst>
          </a:prstGeom>
          <a:noFill/>
          <a:ln w="19050" cap="flat" cmpd="sng">
            <a:solidFill>
              <a:srgbClr val="B7B7B7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226" name="Google Shape;226;p32"/>
          <p:cNvSpPr/>
          <p:nvPr/>
        </p:nvSpPr>
        <p:spPr>
          <a:xfrm>
            <a:off x="1350975" y="3299739"/>
            <a:ext cx="823500" cy="622512"/>
          </a:xfrm>
          <a:prstGeom prst="cloud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32"/>
          <p:cNvSpPr/>
          <p:nvPr/>
        </p:nvSpPr>
        <p:spPr>
          <a:xfrm>
            <a:off x="108425" y="2662721"/>
            <a:ext cx="915000" cy="432600"/>
          </a:xfrm>
          <a:prstGeom prst="rect">
            <a:avLst/>
          </a:prstGeom>
          <a:noFill/>
          <a:ln w="28575" cap="flat" cmpd="sng">
            <a:solidFill>
              <a:srgbClr val="4A86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Client</a:t>
            </a:r>
            <a:endParaRPr/>
          </a:p>
        </p:txBody>
      </p:sp>
      <p:sp>
        <p:nvSpPr>
          <p:cNvPr id="228" name="Google Shape;228;p32"/>
          <p:cNvSpPr/>
          <p:nvPr/>
        </p:nvSpPr>
        <p:spPr>
          <a:xfrm>
            <a:off x="108425" y="3394696"/>
            <a:ext cx="915000" cy="432600"/>
          </a:xfrm>
          <a:prstGeom prst="rect">
            <a:avLst/>
          </a:prstGeom>
          <a:noFill/>
          <a:ln w="28575" cap="flat" cmpd="sng">
            <a:solidFill>
              <a:srgbClr val="4A86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Client</a:t>
            </a:r>
            <a:endParaRPr/>
          </a:p>
        </p:txBody>
      </p:sp>
      <p:sp>
        <p:nvSpPr>
          <p:cNvPr id="229" name="Google Shape;229;p32"/>
          <p:cNvSpPr/>
          <p:nvPr/>
        </p:nvSpPr>
        <p:spPr>
          <a:xfrm>
            <a:off x="123050" y="4145521"/>
            <a:ext cx="915000" cy="432600"/>
          </a:xfrm>
          <a:prstGeom prst="rect">
            <a:avLst/>
          </a:prstGeom>
          <a:noFill/>
          <a:ln w="28575" cap="flat" cmpd="sng">
            <a:solidFill>
              <a:srgbClr val="4A86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Client</a:t>
            </a:r>
            <a:endParaRPr/>
          </a:p>
        </p:txBody>
      </p:sp>
      <p:cxnSp>
        <p:nvCxnSpPr>
          <p:cNvPr id="230" name="Google Shape;230;p32"/>
          <p:cNvCxnSpPr>
            <a:stCxn id="227" idx="3"/>
            <a:endCxn id="231" idx="0"/>
          </p:cNvCxnSpPr>
          <p:nvPr/>
        </p:nvCxnSpPr>
        <p:spPr>
          <a:xfrm>
            <a:off x="1023425" y="2879021"/>
            <a:ext cx="1491600" cy="668400"/>
          </a:xfrm>
          <a:prstGeom prst="curvedConnector3">
            <a:avLst>
              <a:gd name="adj1" fmla="val 50003"/>
            </a:avLst>
          </a:prstGeom>
          <a:noFill/>
          <a:ln w="19050" cap="flat" cmpd="sng">
            <a:solidFill>
              <a:srgbClr val="B7B7B7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232" name="Google Shape;232;p32"/>
          <p:cNvCxnSpPr>
            <a:stCxn id="228" idx="3"/>
            <a:endCxn id="231" idx="0"/>
          </p:cNvCxnSpPr>
          <p:nvPr/>
        </p:nvCxnSpPr>
        <p:spPr>
          <a:xfrm rot="10800000" flipH="1">
            <a:off x="1023425" y="3547396"/>
            <a:ext cx="1491600" cy="63600"/>
          </a:xfrm>
          <a:prstGeom prst="curvedConnector3">
            <a:avLst>
              <a:gd name="adj1" fmla="val 50003"/>
            </a:avLst>
          </a:prstGeom>
          <a:noFill/>
          <a:ln w="19050" cap="flat" cmpd="sng">
            <a:solidFill>
              <a:srgbClr val="B7B7B7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233" name="Google Shape;233;p32"/>
          <p:cNvCxnSpPr>
            <a:stCxn id="229" idx="3"/>
            <a:endCxn id="231" idx="0"/>
          </p:cNvCxnSpPr>
          <p:nvPr/>
        </p:nvCxnSpPr>
        <p:spPr>
          <a:xfrm rot="10800000" flipH="1">
            <a:off x="1038050" y="3547321"/>
            <a:ext cx="1477200" cy="814500"/>
          </a:xfrm>
          <a:prstGeom prst="curvedConnector3">
            <a:avLst>
              <a:gd name="adj1" fmla="val 49996"/>
            </a:avLst>
          </a:prstGeom>
          <a:noFill/>
          <a:ln w="19050" cap="flat" cmpd="sng">
            <a:solidFill>
              <a:srgbClr val="B7B7B7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234" name="Google Shape;234;p32"/>
          <p:cNvSpPr txBox="1"/>
          <p:nvPr/>
        </p:nvSpPr>
        <p:spPr>
          <a:xfrm>
            <a:off x="1023425" y="4578125"/>
            <a:ext cx="1746600" cy="6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Resources, Verbs, Representations</a:t>
            </a:r>
            <a:endParaRPr sz="1200"/>
          </a:p>
        </p:txBody>
      </p:sp>
      <p:grpSp>
        <p:nvGrpSpPr>
          <p:cNvPr id="235" name="Google Shape;235;p32"/>
          <p:cNvGrpSpPr/>
          <p:nvPr/>
        </p:nvGrpSpPr>
        <p:grpSpPr>
          <a:xfrm>
            <a:off x="3454825" y="1517650"/>
            <a:ext cx="1000900" cy="1364700"/>
            <a:chOff x="3539875" y="4560750"/>
            <a:chExt cx="1000900" cy="1364700"/>
          </a:xfrm>
        </p:grpSpPr>
        <p:sp>
          <p:nvSpPr>
            <p:cNvPr id="236" name="Google Shape;236;p32"/>
            <p:cNvSpPr/>
            <p:nvPr/>
          </p:nvSpPr>
          <p:spPr>
            <a:xfrm rot="-5400000">
              <a:off x="2976925" y="5123700"/>
              <a:ext cx="1364700" cy="238800"/>
            </a:xfrm>
            <a:prstGeom prst="rect">
              <a:avLst/>
            </a:prstGeom>
            <a:noFill/>
            <a:ln w="28575" cap="flat" cmpd="sng">
              <a:solidFill>
                <a:srgbClr val="4A86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/>
                <a:t>BodyParser </a:t>
              </a:r>
              <a:endParaRPr/>
            </a:p>
          </p:txBody>
        </p:sp>
        <p:sp>
          <p:nvSpPr>
            <p:cNvPr id="237" name="Google Shape;237;p32"/>
            <p:cNvSpPr/>
            <p:nvPr/>
          </p:nvSpPr>
          <p:spPr>
            <a:xfrm rot="-5400000">
              <a:off x="3339050" y="5104650"/>
              <a:ext cx="1364700" cy="276900"/>
            </a:xfrm>
            <a:prstGeom prst="rect">
              <a:avLst/>
            </a:prstGeom>
            <a:noFill/>
            <a:ln w="28575" cap="flat" cmpd="sng">
              <a:solidFill>
                <a:srgbClr val="4A86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/>
                <a:t>Middleware x </a:t>
              </a:r>
              <a:endParaRPr/>
            </a:p>
          </p:txBody>
        </p:sp>
        <p:sp>
          <p:nvSpPr>
            <p:cNvPr id="238" name="Google Shape;238;p32"/>
            <p:cNvSpPr/>
            <p:nvPr/>
          </p:nvSpPr>
          <p:spPr>
            <a:xfrm rot="-5400000">
              <a:off x="3723575" y="5108250"/>
              <a:ext cx="1364700" cy="269700"/>
            </a:xfrm>
            <a:prstGeom prst="rect">
              <a:avLst/>
            </a:prstGeom>
            <a:noFill/>
            <a:ln w="28575" cap="flat" cmpd="sng">
              <a:solidFill>
                <a:srgbClr val="4A86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/>
                <a:t>Routers</a:t>
              </a:r>
              <a:endParaRPr/>
            </a:p>
          </p:txBody>
        </p:sp>
        <p:cxnSp>
          <p:nvCxnSpPr>
            <p:cNvPr id="239" name="Google Shape;239;p32"/>
            <p:cNvCxnSpPr>
              <a:stCxn id="236" idx="3"/>
              <a:endCxn id="237" idx="3"/>
            </p:cNvCxnSpPr>
            <p:nvPr/>
          </p:nvCxnSpPr>
          <p:spPr>
            <a:xfrm rot="-5400000" flipH="1">
              <a:off x="3840025" y="4380000"/>
              <a:ext cx="600" cy="362100"/>
            </a:xfrm>
            <a:prstGeom prst="curvedConnector3">
              <a:avLst>
                <a:gd name="adj1" fmla="val -39687500"/>
              </a:avLst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240" name="Google Shape;240;p32"/>
            <p:cNvCxnSpPr>
              <a:stCxn id="237" idx="3"/>
              <a:endCxn id="238" idx="3"/>
            </p:cNvCxnSpPr>
            <p:nvPr/>
          </p:nvCxnSpPr>
          <p:spPr>
            <a:xfrm rot="-5400000" flipH="1">
              <a:off x="4213400" y="4368750"/>
              <a:ext cx="600" cy="384600"/>
            </a:xfrm>
            <a:prstGeom prst="curvedConnector3">
              <a:avLst>
                <a:gd name="adj1" fmla="val -39687500"/>
              </a:avLst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cxnSp>
        <p:nvCxnSpPr>
          <p:cNvPr id="241" name="Google Shape;241;p32"/>
          <p:cNvCxnSpPr>
            <a:endCxn id="236" idx="0"/>
          </p:cNvCxnSpPr>
          <p:nvPr/>
        </p:nvCxnSpPr>
        <p:spPr>
          <a:xfrm rot="-5400000">
            <a:off x="2952925" y="2533000"/>
            <a:ext cx="834900" cy="168900"/>
          </a:xfrm>
          <a:prstGeom prst="curvedConnector2">
            <a:avLst/>
          </a:prstGeom>
          <a:noFill/>
          <a:ln w="19050" cap="flat" cmpd="sng">
            <a:solidFill>
              <a:srgbClr val="B7B7B7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2" name="Google Shape;242;p32"/>
          <p:cNvCxnSpPr>
            <a:stCxn id="238" idx="2"/>
          </p:cNvCxnSpPr>
          <p:nvPr/>
        </p:nvCxnSpPr>
        <p:spPr>
          <a:xfrm>
            <a:off x="4455725" y="2200000"/>
            <a:ext cx="135000" cy="828000"/>
          </a:xfrm>
          <a:prstGeom prst="curvedConnector2">
            <a:avLst/>
          </a:prstGeom>
          <a:noFill/>
          <a:ln w="19050" cap="flat" cmpd="sng">
            <a:solidFill>
              <a:srgbClr val="B7B7B7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3" name="Google Shape;243;p32"/>
          <p:cNvSpPr txBox="1"/>
          <p:nvPr/>
        </p:nvSpPr>
        <p:spPr>
          <a:xfrm>
            <a:off x="3681800" y="1013088"/>
            <a:ext cx="823500" cy="33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Next</a:t>
            </a:r>
            <a:endParaRPr sz="1200"/>
          </a:p>
        </p:txBody>
      </p:sp>
      <p:sp>
        <p:nvSpPr>
          <p:cNvPr id="244" name="Google Shape;244;p32"/>
          <p:cNvSpPr/>
          <p:nvPr/>
        </p:nvSpPr>
        <p:spPr>
          <a:xfrm>
            <a:off x="7666750" y="5377400"/>
            <a:ext cx="1397100" cy="432600"/>
          </a:xfrm>
          <a:prstGeom prst="rect">
            <a:avLst/>
          </a:prstGeom>
          <a:noFill/>
          <a:ln w="28575" cap="flat" cmpd="sng">
            <a:solidFill>
              <a:srgbClr val="4A86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Driver</a:t>
            </a:r>
            <a:endParaRPr/>
          </a:p>
        </p:txBody>
      </p:sp>
      <p:grpSp>
        <p:nvGrpSpPr>
          <p:cNvPr id="245" name="Google Shape;245;p32"/>
          <p:cNvGrpSpPr/>
          <p:nvPr/>
        </p:nvGrpSpPr>
        <p:grpSpPr>
          <a:xfrm>
            <a:off x="7666750" y="3378538"/>
            <a:ext cx="1000900" cy="1364700"/>
            <a:chOff x="3539875" y="4560750"/>
            <a:chExt cx="1000900" cy="1364700"/>
          </a:xfrm>
        </p:grpSpPr>
        <p:sp>
          <p:nvSpPr>
            <p:cNvPr id="246" name="Google Shape;246;p32"/>
            <p:cNvSpPr/>
            <p:nvPr/>
          </p:nvSpPr>
          <p:spPr>
            <a:xfrm rot="-5400000">
              <a:off x="2976925" y="5123700"/>
              <a:ext cx="1364700" cy="238800"/>
            </a:xfrm>
            <a:prstGeom prst="rect">
              <a:avLst/>
            </a:prstGeom>
            <a:noFill/>
            <a:ln w="28575" cap="flat" cmpd="sng">
              <a:solidFill>
                <a:srgbClr val="4A86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/>
                <a:t>Plugin 1</a:t>
              </a:r>
              <a:endParaRPr/>
            </a:p>
          </p:txBody>
        </p:sp>
        <p:sp>
          <p:nvSpPr>
            <p:cNvPr id="247" name="Google Shape;247;p32"/>
            <p:cNvSpPr/>
            <p:nvPr/>
          </p:nvSpPr>
          <p:spPr>
            <a:xfrm rot="-5400000">
              <a:off x="3339050" y="5104650"/>
              <a:ext cx="1364700" cy="276900"/>
            </a:xfrm>
            <a:prstGeom prst="rect">
              <a:avLst/>
            </a:prstGeom>
            <a:noFill/>
            <a:ln w="28575" cap="flat" cmpd="sng">
              <a:solidFill>
                <a:srgbClr val="4A86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/>
                <a:t>Plugin 2</a:t>
              </a:r>
              <a:endParaRPr/>
            </a:p>
          </p:txBody>
        </p:sp>
        <p:sp>
          <p:nvSpPr>
            <p:cNvPr id="248" name="Google Shape;248;p32"/>
            <p:cNvSpPr/>
            <p:nvPr/>
          </p:nvSpPr>
          <p:spPr>
            <a:xfrm rot="-5400000">
              <a:off x="3723575" y="5108250"/>
              <a:ext cx="1364700" cy="269700"/>
            </a:xfrm>
            <a:prstGeom prst="rect">
              <a:avLst/>
            </a:prstGeom>
            <a:noFill/>
            <a:ln w="28575" cap="flat" cmpd="sng">
              <a:solidFill>
                <a:srgbClr val="4A86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/>
                <a:t>Plugin 3 </a:t>
              </a:r>
              <a:endParaRPr/>
            </a:p>
          </p:txBody>
        </p:sp>
      </p:grpSp>
      <p:cxnSp>
        <p:nvCxnSpPr>
          <p:cNvPr id="249" name="Google Shape;249;p32"/>
          <p:cNvCxnSpPr>
            <a:stCxn id="217" idx="5"/>
            <a:endCxn id="246" idx="1"/>
          </p:cNvCxnSpPr>
          <p:nvPr/>
        </p:nvCxnSpPr>
        <p:spPr>
          <a:xfrm rot="-5400000" flipH="1">
            <a:off x="7078038" y="4035220"/>
            <a:ext cx="637500" cy="778800"/>
          </a:xfrm>
          <a:prstGeom prst="curvedConnector3">
            <a:avLst>
              <a:gd name="adj1" fmla="val 137332"/>
            </a:avLst>
          </a:prstGeom>
          <a:noFill/>
          <a:ln w="19050" cap="flat" cmpd="sng">
            <a:solidFill>
              <a:srgbClr val="B7B7B7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250" name="Google Shape;250;p32"/>
          <p:cNvCxnSpPr>
            <a:stCxn id="217" idx="7"/>
            <a:endCxn id="248" idx="3"/>
          </p:cNvCxnSpPr>
          <p:nvPr/>
        </p:nvCxnSpPr>
        <p:spPr>
          <a:xfrm rot="-5400000" flipH="1">
            <a:off x="7572138" y="2417693"/>
            <a:ext cx="396000" cy="1525500"/>
          </a:xfrm>
          <a:prstGeom prst="curvedConnector3">
            <a:avLst>
              <a:gd name="adj1" fmla="val -62530"/>
            </a:avLst>
          </a:prstGeom>
          <a:noFill/>
          <a:ln w="19050" cap="flat" cmpd="sng">
            <a:solidFill>
              <a:srgbClr val="B7B7B7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251" name="Google Shape;251;p32"/>
          <p:cNvCxnSpPr>
            <a:stCxn id="217" idx="1"/>
            <a:endCxn id="252" idx="3"/>
          </p:cNvCxnSpPr>
          <p:nvPr/>
        </p:nvCxnSpPr>
        <p:spPr>
          <a:xfrm rot="-5400000" flipH="1">
            <a:off x="6987562" y="1489343"/>
            <a:ext cx="396000" cy="3382200"/>
          </a:xfrm>
          <a:prstGeom prst="curvedConnector3">
            <a:avLst>
              <a:gd name="adj1" fmla="val -168237"/>
            </a:avLst>
          </a:prstGeom>
          <a:noFill/>
          <a:ln w="19050" cap="flat" cmpd="sng">
            <a:solidFill>
              <a:srgbClr val="B7B7B7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252" name="Google Shape;252;p32"/>
          <p:cNvSpPr/>
          <p:nvPr/>
        </p:nvSpPr>
        <p:spPr>
          <a:xfrm rot="-5400000">
            <a:off x="8194275" y="3926038"/>
            <a:ext cx="1364700" cy="269700"/>
          </a:xfrm>
          <a:prstGeom prst="rect">
            <a:avLst/>
          </a:prstGeom>
          <a:noFill/>
          <a:ln w="28575" cap="flat" cmpd="sng">
            <a:solidFill>
              <a:srgbClr val="4A86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Plugin m </a:t>
            </a:r>
            <a:endParaRPr/>
          </a:p>
        </p:txBody>
      </p:sp>
      <p:cxnSp>
        <p:nvCxnSpPr>
          <p:cNvPr id="253" name="Google Shape;253;p32"/>
          <p:cNvCxnSpPr>
            <a:stCxn id="217" idx="3"/>
            <a:endCxn id="247" idx="1"/>
          </p:cNvCxnSpPr>
          <p:nvPr/>
        </p:nvCxnSpPr>
        <p:spPr>
          <a:xfrm rot="-5400000" flipH="1">
            <a:off x="6502612" y="3097720"/>
            <a:ext cx="637500" cy="2653800"/>
          </a:xfrm>
          <a:prstGeom prst="curvedConnector3">
            <a:avLst>
              <a:gd name="adj1" fmla="val 181095"/>
            </a:avLst>
          </a:prstGeom>
          <a:noFill/>
          <a:ln w="19050" cap="flat" cmpd="sng">
            <a:solidFill>
              <a:srgbClr val="B7B7B7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254" name="Google Shape;254;p32"/>
          <p:cNvCxnSpPr>
            <a:stCxn id="252" idx="1"/>
            <a:endCxn id="244" idx="0"/>
          </p:cNvCxnSpPr>
          <p:nvPr/>
        </p:nvCxnSpPr>
        <p:spPr>
          <a:xfrm rot="5400000">
            <a:off x="8303925" y="4804738"/>
            <a:ext cx="634200" cy="511200"/>
          </a:xfrm>
          <a:prstGeom prst="curvedConnector3">
            <a:avLst>
              <a:gd name="adj1" fmla="val 49997"/>
            </a:avLst>
          </a:prstGeom>
          <a:noFill/>
          <a:ln w="19050" cap="flat" cmpd="sng">
            <a:solidFill>
              <a:srgbClr val="B7B7B7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255" name="Google Shape;255;p32"/>
          <p:cNvCxnSpPr>
            <a:stCxn id="247" idx="1"/>
            <a:endCxn id="244" idx="0"/>
          </p:cNvCxnSpPr>
          <p:nvPr/>
        </p:nvCxnSpPr>
        <p:spPr>
          <a:xfrm rot="-5400000" flipH="1">
            <a:off x="7939625" y="4951888"/>
            <a:ext cx="634200" cy="216900"/>
          </a:xfrm>
          <a:prstGeom prst="curvedConnector3">
            <a:avLst>
              <a:gd name="adj1" fmla="val 49997"/>
            </a:avLst>
          </a:prstGeom>
          <a:noFill/>
          <a:ln w="19050" cap="flat" cmpd="sng">
            <a:solidFill>
              <a:srgbClr val="B7B7B7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256" name="Google Shape;256;p32"/>
          <p:cNvCxnSpPr>
            <a:stCxn id="248" idx="1"/>
            <a:endCxn id="244" idx="0"/>
          </p:cNvCxnSpPr>
          <p:nvPr/>
        </p:nvCxnSpPr>
        <p:spPr>
          <a:xfrm rot="5400000">
            <a:off x="8132000" y="4976638"/>
            <a:ext cx="634200" cy="167400"/>
          </a:xfrm>
          <a:prstGeom prst="curvedConnector3">
            <a:avLst>
              <a:gd name="adj1" fmla="val 49997"/>
            </a:avLst>
          </a:prstGeom>
          <a:noFill/>
          <a:ln w="19050" cap="flat" cmpd="sng">
            <a:solidFill>
              <a:srgbClr val="B7B7B7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257" name="Google Shape;257;p32"/>
          <p:cNvCxnSpPr>
            <a:stCxn id="246" idx="1"/>
            <a:endCxn id="244" idx="0"/>
          </p:cNvCxnSpPr>
          <p:nvPr/>
        </p:nvCxnSpPr>
        <p:spPr>
          <a:xfrm rot="-5400000" flipH="1">
            <a:off x="7758700" y="4770688"/>
            <a:ext cx="634200" cy="579300"/>
          </a:xfrm>
          <a:prstGeom prst="curvedConnector3">
            <a:avLst>
              <a:gd name="adj1" fmla="val 49997"/>
            </a:avLst>
          </a:prstGeom>
          <a:noFill/>
          <a:ln w="19050" cap="flat" cmpd="sng">
            <a:solidFill>
              <a:srgbClr val="B7B7B7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258" name="Google Shape;258;p32"/>
          <p:cNvSpPr txBox="1"/>
          <p:nvPr/>
        </p:nvSpPr>
        <p:spPr>
          <a:xfrm>
            <a:off x="6639395" y="2276225"/>
            <a:ext cx="833700" cy="33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Observe</a:t>
            </a:r>
            <a:endParaRPr sz="1200"/>
          </a:p>
        </p:txBody>
      </p:sp>
      <p:sp>
        <p:nvSpPr>
          <p:cNvPr id="259" name="Google Shape;259;p32"/>
          <p:cNvSpPr/>
          <p:nvPr/>
        </p:nvSpPr>
        <p:spPr>
          <a:xfrm>
            <a:off x="7666750" y="6137525"/>
            <a:ext cx="1397100" cy="432600"/>
          </a:xfrm>
          <a:prstGeom prst="rect">
            <a:avLst/>
          </a:prstGeom>
          <a:noFill/>
          <a:ln w="28575" cap="flat" cmpd="sng">
            <a:solidFill>
              <a:srgbClr val="4A86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Devices</a:t>
            </a:r>
            <a:endParaRPr/>
          </a:p>
        </p:txBody>
      </p:sp>
      <p:cxnSp>
        <p:nvCxnSpPr>
          <p:cNvPr id="260" name="Google Shape;260;p32"/>
          <p:cNvCxnSpPr>
            <a:stCxn id="244" idx="2"/>
            <a:endCxn id="259" idx="0"/>
          </p:cNvCxnSpPr>
          <p:nvPr/>
        </p:nvCxnSpPr>
        <p:spPr>
          <a:xfrm rot="-5400000" flipH="1">
            <a:off x="8201800" y="5973500"/>
            <a:ext cx="327600" cy="600"/>
          </a:xfrm>
          <a:prstGeom prst="curvedConnector3">
            <a:avLst>
              <a:gd name="adj1" fmla="val 49989"/>
            </a:avLst>
          </a:prstGeom>
          <a:noFill/>
          <a:ln w="19050" cap="flat" cmpd="sng">
            <a:solidFill>
              <a:srgbClr val="B7B7B7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231" name="Google Shape;231;p32"/>
          <p:cNvSpPr/>
          <p:nvPr/>
        </p:nvSpPr>
        <p:spPr>
          <a:xfrm rot="-5400000">
            <a:off x="2050125" y="3331100"/>
            <a:ext cx="1362600" cy="432600"/>
          </a:xfrm>
          <a:prstGeom prst="rect">
            <a:avLst/>
          </a:prstGeom>
          <a:noFill/>
          <a:ln w="28575" cap="flat" cmpd="sng">
            <a:solidFill>
              <a:srgbClr val="4A86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/>
              <a:t>WebSocket</a:t>
            </a:r>
            <a:endParaRPr sz="1800"/>
          </a:p>
        </p:txBody>
      </p:sp>
      <p:cxnSp>
        <p:nvCxnSpPr>
          <p:cNvPr id="261" name="Google Shape;261;p32"/>
          <p:cNvCxnSpPr>
            <a:stCxn id="231" idx="1"/>
            <a:endCxn id="217" idx="4"/>
          </p:cNvCxnSpPr>
          <p:nvPr/>
        </p:nvCxnSpPr>
        <p:spPr>
          <a:xfrm rot="-5400000" flipH="1">
            <a:off x="4436325" y="2523800"/>
            <a:ext cx="109800" cy="3519600"/>
          </a:xfrm>
          <a:prstGeom prst="curvedConnector3">
            <a:avLst>
              <a:gd name="adj1" fmla="val 2019740"/>
            </a:avLst>
          </a:prstGeom>
          <a:noFill/>
          <a:ln w="19050" cap="flat" cmpd="sng">
            <a:solidFill>
              <a:srgbClr val="B7B7B7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262" name="Google Shape;262;p32"/>
          <p:cNvSpPr txBox="1"/>
          <p:nvPr/>
        </p:nvSpPr>
        <p:spPr>
          <a:xfrm>
            <a:off x="6487000" y="4873950"/>
            <a:ext cx="823500" cy="33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Observe</a:t>
            </a:r>
            <a:endParaRPr sz="1200"/>
          </a:p>
        </p:txBody>
      </p:sp>
      <p:cxnSp>
        <p:nvCxnSpPr>
          <p:cNvPr id="263" name="Google Shape;263;p32"/>
          <p:cNvCxnSpPr>
            <a:stCxn id="228" idx="3"/>
            <a:endCxn id="231" idx="0"/>
          </p:cNvCxnSpPr>
          <p:nvPr/>
        </p:nvCxnSpPr>
        <p:spPr>
          <a:xfrm rot="10800000" flipH="1">
            <a:off x="1023425" y="3547396"/>
            <a:ext cx="1491600" cy="63600"/>
          </a:xfrm>
          <a:prstGeom prst="curvedConnector3">
            <a:avLst>
              <a:gd name="adj1" fmla="val 50003"/>
            </a:avLst>
          </a:prstGeom>
          <a:noFill/>
          <a:ln w="19050" cap="flat" cmpd="sng">
            <a:solidFill>
              <a:srgbClr val="B7B7B7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264" name="Google Shape;264;p32"/>
          <p:cNvCxnSpPr>
            <a:stCxn id="231" idx="2"/>
            <a:endCxn id="221" idx="1"/>
          </p:cNvCxnSpPr>
          <p:nvPr/>
        </p:nvCxnSpPr>
        <p:spPr>
          <a:xfrm>
            <a:off x="2947725" y="3547400"/>
            <a:ext cx="264600" cy="600"/>
          </a:xfrm>
          <a:prstGeom prst="curvedConnector3">
            <a:avLst>
              <a:gd name="adj1" fmla="val 49972"/>
            </a:avLst>
          </a:prstGeom>
          <a:noFill/>
          <a:ln w="19050" cap="flat" cmpd="sng">
            <a:solidFill>
              <a:srgbClr val="B7B7B7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265" name="Google Shape;265;p32"/>
          <p:cNvGrpSpPr/>
          <p:nvPr/>
        </p:nvGrpSpPr>
        <p:grpSpPr>
          <a:xfrm rot="10800000">
            <a:off x="3522275" y="4361825"/>
            <a:ext cx="1000900" cy="1365300"/>
            <a:chOff x="3539875" y="4560150"/>
            <a:chExt cx="1000900" cy="1365300"/>
          </a:xfrm>
        </p:grpSpPr>
        <p:sp>
          <p:nvSpPr>
            <p:cNvPr id="266" name="Google Shape;266;p32"/>
            <p:cNvSpPr/>
            <p:nvPr/>
          </p:nvSpPr>
          <p:spPr>
            <a:xfrm rot="-5400000">
              <a:off x="2989225" y="5111400"/>
              <a:ext cx="1364700" cy="263400"/>
            </a:xfrm>
            <a:prstGeom prst="rect">
              <a:avLst/>
            </a:prstGeom>
            <a:noFill/>
            <a:ln w="28575" cap="flat" cmpd="sng">
              <a:solidFill>
                <a:srgbClr val="4A86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/>
                <a:t>Middleware y</a:t>
              </a:r>
              <a:endParaRPr/>
            </a:p>
          </p:txBody>
        </p:sp>
        <p:sp>
          <p:nvSpPr>
            <p:cNvPr id="267" name="Google Shape;267;p32"/>
            <p:cNvSpPr/>
            <p:nvPr/>
          </p:nvSpPr>
          <p:spPr>
            <a:xfrm rot="-5400000">
              <a:off x="3339050" y="5104650"/>
              <a:ext cx="1364700" cy="276900"/>
            </a:xfrm>
            <a:prstGeom prst="rect">
              <a:avLst/>
            </a:prstGeom>
            <a:noFill/>
            <a:ln w="28575" cap="flat" cmpd="sng">
              <a:solidFill>
                <a:srgbClr val="4A86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/>
                <a:t>Middleware k</a:t>
              </a:r>
              <a:endParaRPr/>
            </a:p>
          </p:txBody>
        </p:sp>
        <p:sp>
          <p:nvSpPr>
            <p:cNvPr id="268" name="Google Shape;268;p32"/>
            <p:cNvSpPr/>
            <p:nvPr/>
          </p:nvSpPr>
          <p:spPr>
            <a:xfrm rot="-5400000">
              <a:off x="3723575" y="5108250"/>
              <a:ext cx="1364700" cy="269700"/>
            </a:xfrm>
            <a:prstGeom prst="rect">
              <a:avLst/>
            </a:prstGeom>
            <a:noFill/>
            <a:ln w="28575" cap="flat" cmpd="sng">
              <a:solidFill>
                <a:srgbClr val="4A86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/>
                <a:t>Converter </a:t>
              </a:r>
              <a:endParaRPr/>
            </a:p>
          </p:txBody>
        </p:sp>
        <p:cxnSp>
          <p:nvCxnSpPr>
            <p:cNvPr id="269" name="Google Shape;269;p32"/>
            <p:cNvCxnSpPr>
              <a:stCxn id="266" idx="3"/>
              <a:endCxn id="267" idx="3"/>
            </p:cNvCxnSpPr>
            <p:nvPr/>
          </p:nvCxnSpPr>
          <p:spPr>
            <a:xfrm rot="-5400000">
              <a:off x="3846175" y="4385550"/>
              <a:ext cx="600" cy="349800"/>
            </a:xfrm>
            <a:prstGeom prst="curvedConnector3">
              <a:avLst>
                <a:gd name="adj1" fmla="val 39687500"/>
              </a:avLst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270" name="Google Shape;270;p32"/>
            <p:cNvCxnSpPr>
              <a:stCxn id="267" idx="3"/>
              <a:endCxn id="268" idx="3"/>
            </p:cNvCxnSpPr>
            <p:nvPr/>
          </p:nvCxnSpPr>
          <p:spPr>
            <a:xfrm rot="-5400000">
              <a:off x="4213400" y="4368150"/>
              <a:ext cx="600" cy="384600"/>
            </a:xfrm>
            <a:prstGeom prst="curvedConnector3">
              <a:avLst>
                <a:gd name="adj1" fmla="val 39687500"/>
              </a:avLst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cxnSp>
        <p:nvCxnSpPr>
          <p:cNvPr id="271" name="Google Shape;271;p32"/>
          <p:cNvCxnSpPr>
            <a:stCxn id="266" idx="0"/>
          </p:cNvCxnSpPr>
          <p:nvPr/>
        </p:nvCxnSpPr>
        <p:spPr>
          <a:xfrm rot="10800000" flipH="1">
            <a:off x="4523175" y="4051775"/>
            <a:ext cx="129600" cy="992400"/>
          </a:xfrm>
          <a:prstGeom prst="curvedConnector2">
            <a:avLst/>
          </a:prstGeom>
          <a:noFill/>
          <a:ln w="19050" cap="flat" cmpd="sng">
            <a:solidFill>
              <a:srgbClr val="B7B7B7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272" name="Google Shape;272;p32"/>
          <p:cNvCxnSpPr>
            <a:stCxn id="268" idx="2"/>
          </p:cNvCxnSpPr>
          <p:nvPr/>
        </p:nvCxnSpPr>
        <p:spPr>
          <a:xfrm rot="10800000">
            <a:off x="3335075" y="4066775"/>
            <a:ext cx="187200" cy="977400"/>
          </a:xfrm>
          <a:prstGeom prst="curvedConnector2">
            <a:avLst/>
          </a:prstGeom>
          <a:noFill/>
          <a:ln w="19050" cap="flat" cmpd="sng">
            <a:solidFill>
              <a:srgbClr val="B7B7B7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73" name="Google Shape;273;p32"/>
          <p:cNvSpPr txBox="1"/>
          <p:nvPr/>
        </p:nvSpPr>
        <p:spPr>
          <a:xfrm>
            <a:off x="3773025" y="5852147"/>
            <a:ext cx="579000" cy="24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Next</a:t>
            </a:r>
            <a:endParaRPr sz="1200"/>
          </a:p>
        </p:txBody>
      </p:sp>
      <p:sp>
        <p:nvSpPr>
          <p:cNvPr id="274" name="Google Shape;274;p32"/>
          <p:cNvSpPr txBox="1"/>
          <p:nvPr/>
        </p:nvSpPr>
        <p:spPr>
          <a:xfrm>
            <a:off x="1217050" y="2430888"/>
            <a:ext cx="766800" cy="29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GETs / PUTs</a:t>
            </a:r>
            <a:endParaRPr sz="1200"/>
          </a:p>
        </p:txBody>
      </p:sp>
      <p:sp>
        <p:nvSpPr>
          <p:cNvPr id="275" name="Google Shape;275;p32"/>
          <p:cNvSpPr/>
          <p:nvPr/>
        </p:nvSpPr>
        <p:spPr>
          <a:xfrm>
            <a:off x="5541250" y="1082450"/>
            <a:ext cx="1972500" cy="1006800"/>
          </a:xfrm>
          <a:prstGeom prst="rect">
            <a:avLst/>
          </a:prstGeom>
          <a:noFill/>
          <a:ln w="28575" cap="flat" cmpd="sng">
            <a:solidFill>
              <a:srgbClr val="4A86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/>
              <a:t>PERSISTENCE</a:t>
            </a:r>
            <a:endParaRPr sz="18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/>
              <a:t>(Mongoose)</a:t>
            </a:r>
            <a:endParaRPr sz="1800"/>
          </a:p>
        </p:txBody>
      </p:sp>
      <p:cxnSp>
        <p:nvCxnSpPr>
          <p:cNvPr id="276" name="Google Shape;276;p32"/>
          <p:cNvCxnSpPr>
            <a:endCxn id="275" idx="1"/>
          </p:cNvCxnSpPr>
          <p:nvPr/>
        </p:nvCxnSpPr>
        <p:spPr>
          <a:xfrm rot="10800000" flipH="1">
            <a:off x="4478950" y="1585850"/>
            <a:ext cx="1062300" cy="374700"/>
          </a:xfrm>
          <a:prstGeom prst="curvedConnector3">
            <a:avLst>
              <a:gd name="adj1" fmla="val 50000"/>
            </a:avLst>
          </a:prstGeom>
          <a:noFill/>
          <a:ln w="19050" cap="flat" cmpd="sng">
            <a:solidFill>
              <a:srgbClr val="B7B7B7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77" name="Google Shape;277;p32"/>
          <p:cNvCxnSpPr>
            <a:stCxn id="247" idx="3"/>
            <a:endCxn id="275" idx="3"/>
          </p:cNvCxnSpPr>
          <p:nvPr/>
        </p:nvCxnSpPr>
        <p:spPr>
          <a:xfrm rot="5400000" flipH="1">
            <a:off x="6934625" y="2164888"/>
            <a:ext cx="1792800" cy="634500"/>
          </a:xfrm>
          <a:prstGeom prst="curvedConnector2">
            <a:avLst/>
          </a:prstGeom>
          <a:noFill/>
          <a:ln w="19050" cap="flat" cmpd="sng">
            <a:solidFill>
              <a:srgbClr val="B7B7B7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78" name="Google Shape;278;p32"/>
          <p:cNvSpPr/>
          <p:nvPr/>
        </p:nvSpPr>
        <p:spPr>
          <a:xfrm>
            <a:off x="5541350" y="111550"/>
            <a:ext cx="1972500" cy="668400"/>
          </a:xfrm>
          <a:prstGeom prst="can">
            <a:avLst>
              <a:gd name="adj" fmla="val 25000"/>
            </a:avLst>
          </a:prstGeom>
          <a:noFill/>
          <a:ln w="28575" cap="flat" cmpd="sng">
            <a:solidFill>
              <a:srgbClr val="4A86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Database </a:t>
            </a:r>
            <a:br>
              <a:rPr lang="en-GB"/>
            </a:br>
            <a:r>
              <a:rPr lang="en-GB"/>
              <a:t>(MongoDB)</a:t>
            </a:r>
            <a:endParaRPr/>
          </a:p>
        </p:txBody>
      </p:sp>
      <p:cxnSp>
        <p:nvCxnSpPr>
          <p:cNvPr id="279" name="Google Shape;279;p32"/>
          <p:cNvCxnSpPr>
            <a:stCxn id="275" idx="0"/>
            <a:endCxn id="278" idx="3"/>
          </p:cNvCxnSpPr>
          <p:nvPr/>
        </p:nvCxnSpPr>
        <p:spPr>
          <a:xfrm rot="-5400000">
            <a:off x="6376600" y="930950"/>
            <a:ext cx="302400" cy="600"/>
          </a:xfrm>
          <a:prstGeom prst="curvedConnector3">
            <a:avLst>
              <a:gd name="adj1" fmla="val 50017"/>
            </a:avLst>
          </a:prstGeom>
          <a:noFill/>
          <a:ln w="19050" cap="flat" cmpd="sng">
            <a:solidFill>
              <a:srgbClr val="B7B7B7"/>
            </a:solidFill>
            <a:prstDash val="solid"/>
            <a:round/>
            <a:headEnd type="triangle" w="med" len="med"/>
            <a:tailEnd type="triangle" w="med" len="med"/>
          </a:ln>
        </p:spPr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33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Mongoose Schema</a:t>
            </a:r>
            <a:endParaRPr/>
          </a:p>
        </p:txBody>
      </p:sp>
      <p:sp>
        <p:nvSpPr>
          <p:cNvPr id="285" name="Google Shape;285;p33"/>
          <p:cNvSpPr txBox="1">
            <a:spLocks noGrp="1"/>
          </p:cNvSpPr>
          <p:nvPr>
            <p:ph type="body" idx="1"/>
          </p:nvPr>
        </p:nvSpPr>
        <p:spPr>
          <a:xfrm>
            <a:off x="311700" y="1043725"/>
            <a:ext cx="8520600" cy="55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Schemas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defines the </a:t>
            </a:r>
            <a:r>
              <a:rPr lang="en-GB" b="1" dirty="0"/>
              <a:t>shape</a:t>
            </a:r>
            <a:r>
              <a:rPr lang="en-GB" dirty="0"/>
              <a:t> of a document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see </a:t>
            </a:r>
            <a:r>
              <a:rPr lang="en-GB" b="1" dirty="0"/>
              <a:t>/models/</a:t>
            </a:r>
            <a:r>
              <a:rPr lang="en-GB" b="1" dirty="0" err="1"/>
              <a:t>measurementSchema.js</a:t>
            </a:r>
            <a:endParaRPr b="1"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const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measurementSchema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 = new 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mongoose.Schema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({</a:t>
            </a:r>
            <a:br>
              <a:rPr lang="en-GB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	type: { type: String, required: true },</a:t>
            </a:r>
            <a:br>
              <a:rPr lang="en-GB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         value: { type: Number },</a:t>
            </a:r>
            <a:br>
              <a:rPr lang="en-GB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         timestamp: { type: Date, default: 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Date.now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 }</a:t>
            </a:r>
            <a:br>
              <a:rPr lang="en-GB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        })</a:t>
            </a:r>
            <a:r>
              <a:rPr lang="en-GB" dirty="0"/>
              <a:t>;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0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Each key defines a property in our documents 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it will be cast to its associated </a:t>
            </a:r>
            <a:r>
              <a:rPr lang="en-GB" dirty="0" err="1"/>
              <a:t>SchemaType</a:t>
            </a:r>
            <a:endParaRPr dirty="0"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</a:pPr>
            <a:r>
              <a:rPr lang="en-GB" dirty="0"/>
              <a:t>the property “type” will be cast to the String </a:t>
            </a:r>
            <a:r>
              <a:rPr lang="en-GB" dirty="0" err="1"/>
              <a:t>SchemaType</a:t>
            </a:r>
            <a:r>
              <a:rPr lang="en-GB" dirty="0"/>
              <a:t> 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property “timestamp” will be cast to a Date </a:t>
            </a:r>
            <a:r>
              <a:rPr lang="en-GB" dirty="0" err="1"/>
              <a:t>SchemaType</a:t>
            </a:r>
            <a:endParaRPr lang="en-GB"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7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The permitted </a:t>
            </a:r>
            <a:r>
              <a:rPr lang="en-GB" dirty="0" err="1"/>
              <a:t>SchemaTypes</a:t>
            </a:r>
            <a:r>
              <a:rPr lang="en-GB" dirty="0"/>
              <a:t> are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String, Number, Date, Buffer, Boolean, Mixed, </a:t>
            </a:r>
            <a:r>
              <a:rPr lang="en-GB" dirty="0" err="1"/>
              <a:t>ObjectId</a:t>
            </a:r>
            <a:r>
              <a:rPr lang="en-GB" dirty="0"/>
              <a:t>, Array, Decimal128, Map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Exporting a Model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we need to call the model constructor and pass it the name of the collection and a reference to the schema definition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module.exports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 = 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mongoose.model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('Measurement', 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measurementSchema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34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Persist and fetch values</a:t>
            </a:r>
            <a:endParaRPr/>
          </a:p>
        </p:txBody>
      </p:sp>
      <p:sp>
        <p:nvSpPr>
          <p:cNvPr id="291" name="Google Shape;291;p34"/>
          <p:cNvSpPr txBox="1">
            <a:spLocks noGrp="1"/>
          </p:cNvSpPr>
          <p:nvPr>
            <p:ph type="body" idx="1"/>
          </p:nvPr>
        </p:nvSpPr>
        <p:spPr>
          <a:xfrm>
            <a:off x="311700" y="1242008"/>
            <a:ext cx="85206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We can create an instance of the model and populate it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see </a:t>
            </a:r>
            <a:r>
              <a:rPr lang="en-GB" b="1" dirty="0"/>
              <a:t>/plugins/</a:t>
            </a:r>
            <a:r>
              <a:rPr lang="en-GB" b="1" dirty="0" err="1"/>
              <a:t>tempPlugin.js</a:t>
            </a:r>
            <a:r>
              <a:rPr lang="en-GB" dirty="0"/>
              <a:t> and </a:t>
            </a:r>
            <a:r>
              <a:rPr lang="en-GB" b="1" dirty="0"/>
              <a:t>/plugins/</a:t>
            </a:r>
            <a:r>
              <a:rPr lang="en-GB" b="1" dirty="0" err="1"/>
              <a:t>lightPlugin.js</a:t>
            </a:r>
            <a:endParaRPr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const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 Measurement = 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mongoose.model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('Measurement');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(new Measurement({ 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type:MeasurementTypes.temperature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, value: 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model.value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 })).save();</a:t>
            </a: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lang="en-GB" dirty="0"/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We can retrieve values we saved to the database earlier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we can add a new route in order to expose measurements data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Courier New"/>
              <a:buChar char="○"/>
            </a:pPr>
            <a:r>
              <a:rPr lang="en-GB" dirty="0"/>
              <a:t>see </a:t>
            </a:r>
            <a:r>
              <a:rPr lang="en-GB" b="1" dirty="0"/>
              <a:t>/routes/</a:t>
            </a:r>
            <a:r>
              <a:rPr lang="en-GB" b="1" dirty="0" err="1"/>
              <a:t>measurements.js</a:t>
            </a:r>
            <a:endParaRPr b="1"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Courier New"/>
              <a:buChar char="○"/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const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 filter = 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JSON.parse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req.query.filter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);</a:t>
            </a:r>
            <a:br>
              <a:rPr lang="en-GB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const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 options = { select: 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JSON.parse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req.query.select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),</a:t>
            </a:r>
            <a:br>
              <a:rPr lang="en-GB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                  sort: 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JSON.parse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req.query.sort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),</a:t>
            </a:r>
            <a:br>
              <a:rPr lang="en-GB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                  page: 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parseInt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req.query.page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),</a:t>
            </a:r>
            <a:br>
              <a:rPr lang="en-GB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                  limit: 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parseInt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req.query.limit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) }</a:t>
            </a:r>
            <a:br>
              <a:rPr lang="en-GB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const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 measurements = await 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Measurement.paginate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(filter, options);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Courier New"/>
              <a:buChar char="○"/>
            </a:pP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GET /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iot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/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measurements?filter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={"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type":"temperature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 [Celsius degree]"}&amp;limit=2&amp;page=6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35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More...</a:t>
            </a:r>
            <a:endParaRPr/>
          </a:p>
        </p:txBody>
      </p:sp>
      <p:sp>
        <p:nvSpPr>
          <p:cNvPr id="297" name="Google Shape;297;p35"/>
          <p:cNvSpPr txBox="1">
            <a:spLocks noGrp="1"/>
          </p:cNvSpPr>
          <p:nvPr>
            <p:ph type="body" idx="1"/>
          </p:nvPr>
        </p:nvSpPr>
        <p:spPr>
          <a:xfrm>
            <a:off x="366350" y="1192958"/>
            <a:ext cx="85206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Updates and delete values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findOneAndUpdate</a:t>
            </a:r>
            <a:r>
              <a:rPr lang="en-GB" dirty="0"/>
              <a:t> method</a:t>
            </a:r>
            <a:endParaRPr sz="12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findOneAndRemove</a:t>
            </a:r>
            <a:r>
              <a:rPr lang="en-GB" dirty="0"/>
              <a:t> method</a:t>
            </a:r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References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to other schemas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Virtual properties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not persisted to the database, but added to the schema as a helper to get and </a:t>
            </a:r>
            <a:r>
              <a:rPr lang="en-GB"/>
              <a:t>set values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Plugins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E.g. “mongoose-paginate”</a:t>
            </a:r>
            <a:endParaRPr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3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Hands-on Activity</a:t>
            </a:r>
            <a:endParaRPr/>
          </a:p>
        </p:txBody>
      </p:sp>
      <p:sp>
        <p:nvSpPr>
          <p:cNvPr id="303" name="Google Shape;303;p36"/>
          <p:cNvSpPr txBox="1">
            <a:spLocks noGrp="1"/>
          </p:cNvSpPr>
          <p:nvPr>
            <p:ph type="body" idx="1"/>
          </p:nvPr>
        </p:nvSpPr>
        <p:spPr>
          <a:xfrm>
            <a:off x="311700" y="1143033"/>
            <a:ext cx="85206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Create a collection of users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Insert different users (documents) inside, with fields like: name, surname, phone, address, gender, bird date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Get familiar with different selectors: use find to select different sets of users (e.g. female, less than 40 years old, etc.)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Try to use count and remove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lang="en-GB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Create a new schema for “logs”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Add a new log document every time the API get a request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Create a new route in order to expose logs 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607D8B"/>
      </a:accent3>
      <a:accent4>
        <a:srgbClr val="78909C"/>
      </a:accent4>
      <a:accent5>
        <a:srgbClr val="57BB8A"/>
      </a:accent5>
      <a:accent6>
        <a:srgbClr val="DCE755"/>
      </a:accent6>
      <a:hlink>
        <a:srgbClr val="57BB8A"/>
      </a:hlink>
      <a:folHlink>
        <a:srgbClr val="57BB8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495</TotalTime>
  <Words>3402</Words>
  <Application>Microsoft Macintosh PowerPoint</Application>
  <PresentationFormat>Presentazione su schermo (4:3)</PresentationFormat>
  <Paragraphs>406</Paragraphs>
  <Slides>23</Slides>
  <Notes>23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23</vt:i4>
      </vt:variant>
    </vt:vector>
  </HeadingPairs>
  <TitlesOfParts>
    <vt:vector size="28" baseType="lpstr">
      <vt:lpstr>Courier New</vt:lpstr>
      <vt:lpstr>Economica</vt:lpstr>
      <vt:lpstr>Open Sans</vt:lpstr>
      <vt:lpstr>Arial</vt:lpstr>
      <vt:lpstr>Luxe</vt:lpstr>
      <vt:lpstr>Persisting Data</vt:lpstr>
      <vt:lpstr>Database</vt:lpstr>
      <vt:lpstr>MongoDB</vt:lpstr>
      <vt:lpstr>Collections, Documents, Fields</vt:lpstr>
      <vt:lpstr>Find, ID</vt:lpstr>
      <vt:lpstr>Query selectors</vt:lpstr>
      <vt:lpstr>Query selectors</vt:lpstr>
      <vt:lpstr>Updating</vt:lpstr>
      <vt:lpstr>Projection, Cursor, Ordering and Paging</vt:lpstr>
      <vt:lpstr>Arrays and Embedded Documents</vt:lpstr>
      <vt:lpstr>Indexes</vt:lpstr>
      <vt:lpstr>How to model data?</vt:lpstr>
      <vt:lpstr>Aggregation</vt:lpstr>
      <vt:lpstr>When to use Mongo?</vt:lpstr>
      <vt:lpstr>Replication and Sharding</vt:lpstr>
      <vt:lpstr>Transaction</vt:lpstr>
      <vt:lpstr>Stats, Backup, Restore, Profiler</vt:lpstr>
      <vt:lpstr>Mongoose</vt:lpstr>
      <vt:lpstr>WoT Fog Server</vt:lpstr>
      <vt:lpstr>Mongoose Schema</vt:lpstr>
      <vt:lpstr>Persist and fetch values</vt:lpstr>
      <vt:lpstr>More...</vt:lpstr>
      <vt:lpstr>Hands-on Activity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Persisting Data</dc:title>
  <cp:lastModifiedBy>Riccardo Berta</cp:lastModifiedBy>
  <cp:revision>1</cp:revision>
  <dcterms:modified xsi:type="dcterms:W3CDTF">2023-05-17T12:53:35Z</dcterms:modified>
</cp:coreProperties>
</file>