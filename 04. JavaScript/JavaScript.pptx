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7" r:id="rId22"/>
    <p:sldId id="278" r:id="rId23"/>
    <p:sldId id="279" r:id="rId24"/>
    <p:sldId id="274" r:id="rId25"/>
  </p:sldIdLst>
  <p:sldSz cx="9144000" cy="6858000" type="screen4x3"/>
  <p:notesSz cx="6858000" cy="9144000"/>
  <p:embeddedFontLst>
    <p:embeddedFont>
      <p:font typeface="Consolas" panose="020B0609020204030204" pitchFamily="49" charset="0"/>
      <p:regular r:id="rId27"/>
      <p:bold r:id="rId28"/>
      <p:italic r:id="rId29"/>
      <p:boldItalic r:id="rId30"/>
    </p:embeddedFont>
    <p:embeddedFont>
      <p:font typeface="Economica" panose="02000506040000020004" pitchFamily="2" charset="77"/>
      <p:regular r:id="rId31"/>
      <p:bold r:id="rId32"/>
      <p:italic r:id="rId33"/>
      <p:boldItalic r:id="rId34"/>
    </p:embeddedFont>
    <p:embeddedFont>
      <p:font typeface="Open Sans" panose="020B0606030504020204" pitchFamily="3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A4F2B9-5ABC-2443-A920-7D4C1CF4E6C8}" v="2" dt="2023-03-16T14:20:41.5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184"/>
    <p:restoredTop sz="94835"/>
  </p:normalViewPr>
  <p:slideViewPr>
    <p:cSldViewPr snapToGrid="0" snapToObjects="1">
      <p:cViewPr varScale="1">
        <p:scale>
          <a:sx n="200" d="100"/>
          <a:sy n="200" d="100"/>
        </p:scale>
        <p:origin x="3352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cardo Berta" userId="c8694f89-bba4-4576-b0a8-456619ca5a8c" providerId="ADAL" clId="{A7A4F2B9-5ABC-2443-A920-7D4C1CF4E6C8}"/>
    <pc:docChg chg="modSld sldOrd">
      <pc:chgData name="Riccardo Berta" userId="c8694f89-bba4-4576-b0a8-456619ca5a8c" providerId="ADAL" clId="{A7A4F2B9-5ABC-2443-A920-7D4C1CF4E6C8}" dt="2023-03-22T11:37:46.474" v="10" actId="20578"/>
      <pc:docMkLst>
        <pc:docMk/>
      </pc:docMkLst>
      <pc:sldChg chg="modSp mod">
        <pc:chgData name="Riccardo Berta" userId="c8694f89-bba4-4576-b0a8-456619ca5a8c" providerId="ADAL" clId="{A7A4F2B9-5ABC-2443-A920-7D4C1CF4E6C8}" dt="2023-03-16T13:49:54.749" v="0" actId="1076"/>
        <pc:sldMkLst>
          <pc:docMk/>
          <pc:sldMk cId="0" sldId="257"/>
        </pc:sldMkLst>
        <pc:picChg chg="mod">
          <ac:chgData name="Riccardo Berta" userId="c8694f89-bba4-4576-b0a8-456619ca5a8c" providerId="ADAL" clId="{A7A4F2B9-5ABC-2443-A920-7D4C1CF4E6C8}" dt="2023-03-16T13:49:54.749" v="0" actId="1076"/>
          <ac:picMkLst>
            <pc:docMk/>
            <pc:sldMk cId="0" sldId="257"/>
            <ac:picMk id="87" creationId="{00000000-0000-0000-0000-000000000000}"/>
          </ac:picMkLst>
        </pc:picChg>
      </pc:sldChg>
      <pc:sldChg chg="modSp">
        <pc:chgData name="Riccardo Berta" userId="c8694f89-bba4-4576-b0a8-456619ca5a8c" providerId="ADAL" clId="{A7A4F2B9-5ABC-2443-A920-7D4C1CF4E6C8}" dt="2023-03-16T14:20:38.129" v="1" actId="20578"/>
        <pc:sldMkLst>
          <pc:docMk/>
          <pc:sldMk cId="0" sldId="262"/>
        </pc:sldMkLst>
        <pc:spChg chg="mod">
          <ac:chgData name="Riccardo Berta" userId="c8694f89-bba4-4576-b0a8-456619ca5a8c" providerId="ADAL" clId="{A7A4F2B9-5ABC-2443-A920-7D4C1CF4E6C8}" dt="2023-03-16T14:20:38.129" v="1" actId="20578"/>
          <ac:spMkLst>
            <pc:docMk/>
            <pc:sldMk cId="0" sldId="262"/>
            <ac:spMk id="122" creationId="{00000000-0000-0000-0000-000000000000}"/>
          </ac:spMkLst>
        </pc:spChg>
      </pc:sldChg>
      <pc:sldChg chg="modSp mod">
        <pc:chgData name="Riccardo Berta" userId="c8694f89-bba4-4576-b0a8-456619ca5a8c" providerId="ADAL" clId="{A7A4F2B9-5ABC-2443-A920-7D4C1CF4E6C8}" dt="2023-03-22T11:34:54.689" v="9" actId="20577"/>
        <pc:sldMkLst>
          <pc:docMk/>
          <pc:sldMk cId="0" sldId="270"/>
        </pc:sldMkLst>
        <pc:spChg chg="mod">
          <ac:chgData name="Riccardo Berta" userId="c8694f89-bba4-4576-b0a8-456619ca5a8c" providerId="ADAL" clId="{A7A4F2B9-5ABC-2443-A920-7D4C1CF4E6C8}" dt="2023-03-22T11:34:54.689" v="9" actId="20577"/>
          <ac:spMkLst>
            <pc:docMk/>
            <pc:sldMk cId="0" sldId="270"/>
            <ac:spMk id="179" creationId="{00000000-0000-0000-0000-000000000000}"/>
          </ac:spMkLst>
        </pc:spChg>
      </pc:sldChg>
      <pc:sldChg chg="ord">
        <pc:chgData name="Riccardo Berta" userId="c8694f89-bba4-4576-b0a8-456619ca5a8c" providerId="ADAL" clId="{A7A4F2B9-5ABC-2443-A920-7D4C1CF4E6C8}" dt="2023-03-22T11:37:46.474" v="10" actId="20578"/>
        <pc:sldMkLst>
          <pc:docMk/>
          <pc:sldMk cId="0" sldId="274"/>
        </pc:sldMkLst>
      </pc:sldChg>
      <pc:sldChg chg="ord">
        <pc:chgData name="Riccardo Berta" userId="c8694f89-bba4-4576-b0a8-456619ca5a8c" providerId="ADAL" clId="{A7A4F2B9-5ABC-2443-A920-7D4C1CF4E6C8}" dt="2023-03-22T11:30:07.725" v="3" actId="20578"/>
        <pc:sldMkLst>
          <pc:docMk/>
          <pc:sldMk cId="0" sldId="277"/>
        </pc:sldMkLst>
      </pc:sldChg>
    </pc:docChg>
  </pc:docChgLst>
  <pc:docChgLst>
    <pc:chgData name="Riccardo Berta" userId="c8694f89-bba4-4576-b0a8-456619ca5a8c" providerId="ADAL" clId="{D42FCCBE-6F56-A641-874C-E03919B67028}"/>
    <pc:docChg chg="undo custSel modSld">
      <pc:chgData name="Riccardo Berta" userId="c8694f89-bba4-4576-b0a8-456619ca5a8c" providerId="ADAL" clId="{D42FCCBE-6F56-A641-874C-E03919B67028}" dt="2022-03-04T07:14:55.209" v="5" actId="1076"/>
      <pc:docMkLst>
        <pc:docMk/>
      </pc:docMkLst>
      <pc:sldChg chg="modSp">
        <pc:chgData name="Riccardo Berta" userId="c8694f89-bba4-4576-b0a8-456619ca5a8c" providerId="ADAL" clId="{D42FCCBE-6F56-A641-874C-E03919B67028}" dt="2022-03-04T07:14:55.209" v="5" actId="1076"/>
        <pc:sldMkLst>
          <pc:docMk/>
          <pc:sldMk cId="0" sldId="258"/>
        </pc:sldMkLst>
        <pc:spChg chg="mod">
          <ac:chgData name="Riccardo Berta" userId="c8694f89-bba4-4576-b0a8-456619ca5a8c" providerId="ADAL" clId="{D42FCCBE-6F56-A641-874C-E03919B67028}" dt="2022-03-04T07:14:55.209" v="5" actId="1076"/>
          <ac:spMkLst>
            <pc:docMk/>
            <pc:sldMk cId="0" sldId="258"/>
            <ac:spMk id="93" creationId="{00000000-0000-0000-0000-000000000000}"/>
          </ac:spMkLst>
        </pc:spChg>
      </pc:sldChg>
    </pc:docChg>
  </pc:docChgLst>
  <pc:docChgLst>
    <pc:chgData name="Riccardo Berta" userId="c8694f89-bba4-4576-b0a8-456619ca5a8c" providerId="ADAL" clId="{06DF791A-ABEB-DB44-A5FA-301FD99EBD63}"/>
    <pc:docChg chg="undo custSel modSld">
      <pc:chgData name="Riccardo Berta" userId="c8694f89-bba4-4576-b0a8-456619ca5a8c" providerId="ADAL" clId="{06DF791A-ABEB-DB44-A5FA-301FD99EBD63}" dt="2022-03-09T09:42:37.745" v="94" actId="20577"/>
      <pc:docMkLst>
        <pc:docMk/>
      </pc:docMkLst>
      <pc:sldChg chg="modSp mod">
        <pc:chgData name="Riccardo Berta" userId="c8694f89-bba4-4576-b0a8-456619ca5a8c" providerId="ADAL" clId="{06DF791A-ABEB-DB44-A5FA-301FD99EBD63}" dt="2022-03-04T12:00:03.447" v="4"/>
        <pc:sldMkLst>
          <pc:docMk/>
          <pc:sldMk cId="0" sldId="257"/>
        </pc:sldMkLst>
        <pc:picChg chg="mod">
          <ac:chgData name="Riccardo Berta" userId="c8694f89-bba4-4576-b0a8-456619ca5a8c" providerId="ADAL" clId="{06DF791A-ABEB-DB44-A5FA-301FD99EBD63}" dt="2022-03-04T11:56:11.498" v="1"/>
          <ac:picMkLst>
            <pc:docMk/>
            <pc:sldMk cId="0" sldId="257"/>
            <ac:picMk id="85" creationId="{00000000-0000-0000-0000-000000000000}"/>
          </ac:picMkLst>
        </pc:picChg>
        <pc:picChg chg="mod">
          <ac:chgData name="Riccardo Berta" userId="c8694f89-bba4-4576-b0a8-456619ca5a8c" providerId="ADAL" clId="{06DF791A-ABEB-DB44-A5FA-301FD99EBD63}" dt="2022-03-04T11:58:25.867" v="3"/>
          <ac:picMkLst>
            <pc:docMk/>
            <pc:sldMk cId="0" sldId="257"/>
            <ac:picMk id="86" creationId="{00000000-0000-0000-0000-000000000000}"/>
          </ac:picMkLst>
        </pc:picChg>
        <pc:picChg chg="mod">
          <ac:chgData name="Riccardo Berta" userId="c8694f89-bba4-4576-b0a8-456619ca5a8c" providerId="ADAL" clId="{06DF791A-ABEB-DB44-A5FA-301FD99EBD63}" dt="2022-03-04T12:00:03.447" v="4"/>
          <ac:picMkLst>
            <pc:docMk/>
            <pc:sldMk cId="0" sldId="257"/>
            <ac:picMk id="87" creationId="{00000000-0000-0000-0000-000000000000}"/>
          </ac:picMkLst>
        </pc:picChg>
      </pc:sldChg>
      <pc:sldChg chg="modSp mod">
        <pc:chgData name="Riccardo Berta" userId="c8694f89-bba4-4576-b0a8-456619ca5a8c" providerId="ADAL" clId="{06DF791A-ABEB-DB44-A5FA-301FD99EBD63}" dt="2022-03-04T12:00:51.005" v="7"/>
        <pc:sldMkLst>
          <pc:docMk/>
          <pc:sldMk cId="0" sldId="258"/>
        </pc:sldMkLst>
        <pc:picChg chg="mod">
          <ac:chgData name="Riccardo Berta" userId="c8694f89-bba4-4576-b0a8-456619ca5a8c" providerId="ADAL" clId="{06DF791A-ABEB-DB44-A5FA-301FD99EBD63}" dt="2022-03-04T12:00:31.191" v="5"/>
          <ac:picMkLst>
            <pc:docMk/>
            <pc:sldMk cId="0" sldId="258"/>
            <ac:picMk id="94" creationId="{00000000-0000-0000-0000-000000000000}"/>
          </ac:picMkLst>
        </pc:picChg>
        <pc:picChg chg="mod">
          <ac:chgData name="Riccardo Berta" userId="c8694f89-bba4-4576-b0a8-456619ca5a8c" providerId="ADAL" clId="{06DF791A-ABEB-DB44-A5FA-301FD99EBD63}" dt="2022-03-04T12:00:51.005" v="7"/>
          <ac:picMkLst>
            <pc:docMk/>
            <pc:sldMk cId="0" sldId="258"/>
            <ac:picMk id="95" creationId="{00000000-0000-0000-0000-000000000000}"/>
          </ac:picMkLst>
        </pc:picChg>
      </pc:sldChg>
      <pc:sldChg chg="modSp">
        <pc:chgData name="Riccardo Berta" userId="c8694f89-bba4-4576-b0a8-456619ca5a8c" providerId="ADAL" clId="{06DF791A-ABEB-DB44-A5FA-301FD99EBD63}" dt="2022-03-04T12:01:07.267" v="8"/>
        <pc:sldMkLst>
          <pc:docMk/>
          <pc:sldMk cId="0" sldId="259"/>
        </pc:sldMkLst>
        <pc:picChg chg="mod">
          <ac:chgData name="Riccardo Berta" userId="c8694f89-bba4-4576-b0a8-456619ca5a8c" providerId="ADAL" clId="{06DF791A-ABEB-DB44-A5FA-301FD99EBD63}" dt="2022-03-04T12:01:07.267" v="8"/>
          <ac:picMkLst>
            <pc:docMk/>
            <pc:sldMk cId="0" sldId="259"/>
            <ac:picMk id="102" creationId="{00000000-0000-0000-0000-000000000000}"/>
          </ac:picMkLst>
        </pc:picChg>
      </pc:sldChg>
      <pc:sldChg chg="modSp">
        <pc:chgData name="Riccardo Berta" userId="c8694f89-bba4-4576-b0a8-456619ca5a8c" providerId="ADAL" clId="{06DF791A-ABEB-DB44-A5FA-301FD99EBD63}" dt="2022-03-04T12:01:23.487" v="9"/>
        <pc:sldMkLst>
          <pc:docMk/>
          <pc:sldMk cId="0" sldId="260"/>
        </pc:sldMkLst>
        <pc:picChg chg="mod">
          <ac:chgData name="Riccardo Berta" userId="c8694f89-bba4-4576-b0a8-456619ca5a8c" providerId="ADAL" clId="{06DF791A-ABEB-DB44-A5FA-301FD99EBD63}" dt="2022-03-04T12:01:23.487" v="9"/>
          <ac:picMkLst>
            <pc:docMk/>
            <pc:sldMk cId="0" sldId="260"/>
            <ac:picMk id="109" creationId="{00000000-0000-0000-0000-000000000000}"/>
          </ac:picMkLst>
        </pc:picChg>
      </pc:sldChg>
      <pc:sldChg chg="modSp">
        <pc:chgData name="Riccardo Berta" userId="c8694f89-bba4-4576-b0a8-456619ca5a8c" providerId="ADAL" clId="{06DF791A-ABEB-DB44-A5FA-301FD99EBD63}" dt="2022-03-04T12:01:44.166" v="10"/>
        <pc:sldMkLst>
          <pc:docMk/>
          <pc:sldMk cId="0" sldId="261"/>
        </pc:sldMkLst>
        <pc:picChg chg="mod">
          <ac:chgData name="Riccardo Berta" userId="c8694f89-bba4-4576-b0a8-456619ca5a8c" providerId="ADAL" clId="{06DF791A-ABEB-DB44-A5FA-301FD99EBD63}" dt="2022-03-04T12:01:44.166" v="10"/>
          <ac:picMkLst>
            <pc:docMk/>
            <pc:sldMk cId="0" sldId="261"/>
            <ac:picMk id="116" creationId="{00000000-0000-0000-0000-000000000000}"/>
          </ac:picMkLst>
        </pc:picChg>
      </pc:sldChg>
      <pc:sldChg chg="modSp mod">
        <pc:chgData name="Riccardo Berta" userId="c8694f89-bba4-4576-b0a8-456619ca5a8c" providerId="ADAL" clId="{06DF791A-ABEB-DB44-A5FA-301FD99EBD63}" dt="2022-03-04T14:50:48.586" v="34" actId="20577"/>
        <pc:sldMkLst>
          <pc:docMk/>
          <pc:sldMk cId="0" sldId="262"/>
        </pc:sldMkLst>
        <pc:spChg chg="mod">
          <ac:chgData name="Riccardo Berta" userId="c8694f89-bba4-4576-b0a8-456619ca5a8c" providerId="ADAL" clId="{06DF791A-ABEB-DB44-A5FA-301FD99EBD63}" dt="2022-03-04T14:50:48.586" v="34" actId="20577"/>
          <ac:spMkLst>
            <pc:docMk/>
            <pc:sldMk cId="0" sldId="262"/>
            <ac:spMk id="122" creationId="{00000000-0000-0000-0000-000000000000}"/>
          </ac:spMkLst>
        </pc:spChg>
      </pc:sldChg>
      <pc:sldChg chg="modSp">
        <pc:chgData name="Riccardo Berta" userId="c8694f89-bba4-4576-b0a8-456619ca5a8c" providerId="ADAL" clId="{06DF791A-ABEB-DB44-A5FA-301FD99EBD63}" dt="2022-03-04T12:02:14.097" v="11"/>
        <pc:sldMkLst>
          <pc:docMk/>
          <pc:sldMk cId="0" sldId="263"/>
        </pc:sldMkLst>
        <pc:picChg chg="mod">
          <ac:chgData name="Riccardo Berta" userId="c8694f89-bba4-4576-b0a8-456619ca5a8c" providerId="ADAL" clId="{06DF791A-ABEB-DB44-A5FA-301FD99EBD63}" dt="2022-03-04T12:02:14.097" v="11"/>
          <ac:picMkLst>
            <pc:docMk/>
            <pc:sldMk cId="0" sldId="263"/>
            <ac:picMk id="129" creationId="{00000000-0000-0000-0000-000000000000}"/>
          </ac:picMkLst>
        </pc:picChg>
      </pc:sldChg>
      <pc:sldChg chg="modSp">
        <pc:chgData name="Riccardo Berta" userId="c8694f89-bba4-4576-b0a8-456619ca5a8c" providerId="ADAL" clId="{06DF791A-ABEB-DB44-A5FA-301FD99EBD63}" dt="2022-03-04T12:02:37.449" v="12"/>
        <pc:sldMkLst>
          <pc:docMk/>
          <pc:sldMk cId="0" sldId="264"/>
        </pc:sldMkLst>
        <pc:picChg chg="mod">
          <ac:chgData name="Riccardo Berta" userId="c8694f89-bba4-4576-b0a8-456619ca5a8c" providerId="ADAL" clId="{06DF791A-ABEB-DB44-A5FA-301FD99EBD63}" dt="2022-03-04T12:02:37.449" v="12"/>
          <ac:picMkLst>
            <pc:docMk/>
            <pc:sldMk cId="0" sldId="264"/>
            <ac:picMk id="136" creationId="{00000000-0000-0000-0000-000000000000}"/>
          </ac:picMkLst>
        </pc:picChg>
      </pc:sldChg>
      <pc:sldChg chg="modSp mod">
        <pc:chgData name="Riccardo Berta" userId="c8694f89-bba4-4576-b0a8-456619ca5a8c" providerId="ADAL" clId="{06DF791A-ABEB-DB44-A5FA-301FD99EBD63}" dt="2022-03-04T15:20:09.961" v="60" actId="20577"/>
        <pc:sldMkLst>
          <pc:docMk/>
          <pc:sldMk cId="0" sldId="266"/>
        </pc:sldMkLst>
        <pc:spChg chg="mod">
          <ac:chgData name="Riccardo Berta" userId="c8694f89-bba4-4576-b0a8-456619ca5a8c" providerId="ADAL" clId="{06DF791A-ABEB-DB44-A5FA-301FD99EBD63}" dt="2022-03-04T15:20:09.961" v="60" actId="20577"/>
          <ac:spMkLst>
            <pc:docMk/>
            <pc:sldMk cId="0" sldId="266"/>
            <ac:spMk id="148" creationId="{00000000-0000-0000-0000-000000000000}"/>
          </ac:spMkLst>
        </pc:spChg>
        <pc:picChg chg="mod">
          <ac:chgData name="Riccardo Berta" userId="c8694f89-bba4-4576-b0a8-456619ca5a8c" providerId="ADAL" clId="{06DF791A-ABEB-DB44-A5FA-301FD99EBD63}" dt="2022-03-04T12:03:00.211" v="13"/>
          <ac:picMkLst>
            <pc:docMk/>
            <pc:sldMk cId="0" sldId="266"/>
            <ac:picMk id="149" creationId="{00000000-0000-0000-0000-000000000000}"/>
          </ac:picMkLst>
        </pc:picChg>
      </pc:sldChg>
      <pc:sldChg chg="modSp mod">
        <pc:chgData name="Riccardo Berta" userId="c8694f89-bba4-4576-b0a8-456619ca5a8c" providerId="ADAL" clId="{06DF791A-ABEB-DB44-A5FA-301FD99EBD63}" dt="2022-03-04T15:31:16.427" v="64" actId="20577"/>
        <pc:sldMkLst>
          <pc:docMk/>
          <pc:sldMk cId="0" sldId="267"/>
        </pc:sldMkLst>
        <pc:spChg chg="mod">
          <ac:chgData name="Riccardo Berta" userId="c8694f89-bba4-4576-b0a8-456619ca5a8c" providerId="ADAL" clId="{06DF791A-ABEB-DB44-A5FA-301FD99EBD63}" dt="2022-03-04T15:31:16.427" v="64" actId="20577"/>
          <ac:spMkLst>
            <pc:docMk/>
            <pc:sldMk cId="0" sldId="267"/>
            <ac:spMk id="155" creationId="{00000000-0000-0000-0000-000000000000}"/>
          </ac:spMkLst>
        </pc:spChg>
        <pc:picChg chg="mod">
          <ac:chgData name="Riccardo Berta" userId="c8694f89-bba4-4576-b0a8-456619ca5a8c" providerId="ADAL" clId="{06DF791A-ABEB-DB44-A5FA-301FD99EBD63}" dt="2022-03-04T12:03:26.333" v="14"/>
          <ac:picMkLst>
            <pc:docMk/>
            <pc:sldMk cId="0" sldId="267"/>
            <ac:picMk id="156" creationId="{00000000-0000-0000-0000-000000000000}"/>
          </ac:picMkLst>
        </pc:picChg>
      </pc:sldChg>
      <pc:sldChg chg="modSp mod">
        <pc:chgData name="Riccardo Berta" userId="c8694f89-bba4-4576-b0a8-456619ca5a8c" providerId="ADAL" clId="{06DF791A-ABEB-DB44-A5FA-301FD99EBD63}" dt="2022-03-04T15:32:54.976" v="65" actId="15"/>
        <pc:sldMkLst>
          <pc:docMk/>
          <pc:sldMk cId="0" sldId="268"/>
        </pc:sldMkLst>
        <pc:spChg chg="mod">
          <ac:chgData name="Riccardo Berta" userId="c8694f89-bba4-4576-b0a8-456619ca5a8c" providerId="ADAL" clId="{06DF791A-ABEB-DB44-A5FA-301FD99EBD63}" dt="2022-03-04T15:32:54.976" v="65" actId="15"/>
          <ac:spMkLst>
            <pc:docMk/>
            <pc:sldMk cId="0" sldId="268"/>
            <ac:spMk id="162" creationId="{00000000-0000-0000-0000-000000000000}"/>
          </ac:spMkLst>
        </pc:spChg>
        <pc:picChg chg="mod">
          <ac:chgData name="Riccardo Berta" userId="c8694f89-bba4-4576-b0a8-456619ca5a8c" providerId="ADAL" clId="{06DF791A-ABEB-DB44-A5FA-301FD99EBD63}" dt="2022-03-04T12:03:43.055" v="15"/>
          <ac:picMkLst>
            <pc:docMk/>
            <pc:sldMk cId="0" sldId="268"/>
            <ac:picMk id="163" creationId="{00000000-0000-0000-0000-000000000000}"/>
          </ac:picMkLst>
        </pc:picChg>
        <pc:picChg chg="mod">
          <ac:chgData name="Riccardo Berta" userId="c8694f89-bba4-4576-b0a8-456619ca5a8c" providerId="ADAL" clId="{06DF791A-ABEB-DB44-A5FA-301FD99EBD63}" dt="2022-03-04T12:03:58.966" v="16"/>
          <ac:picMkLst>
            <pc:docMk/>
            <pc:sldMk cId="0" sldId="268"/>
            <ac:picMk id="164" creationId="{00000000-0000-0000-0000-000000000000}"/>
          </ac:picMkLst>
        </pc:picChg>
      </pc:sldChg>
      <pc:sldChg chg="modSp mod">
        <pc:chgData name="Riccardo Berta" userId="c8694f89-bba4-4576-b0a8-456619ca5a8c" providerId="ADAL" clId="{06DF791A-ABEB-DB44-A5FA-301FD99EBD63}" dt="2022-03-09T08:53:35.740" v="83" actId="20577"/>
        <pc:sldMkLst>
          <pc:docMk/>
          <pc:sldMk cId="0" sldId="269"/>
        </pc:sldMkLst>
        <pc:spChg chg="mod">
          <ac:chgData name="Riccardo Berta" userId="c8694f89-bba4-4576-b0a8-456619ca5a8c" providerId="ADAL" clId="{06DF791A-ABEB-DB44-A5FA-301FD99EBD63}" dt="2022-03-09T08:53:35.740" v="83" actId="20577"/>
          <ac:spMkLst>
            <pc:docMk/>
            <pc:sldMk cId="0" sldId="269"/>
            <ac:spMk id="170" creationId="{00000000-0000-0000-0000-000000000000}"/>
          </ac:spMkLst>
        </pc:spChg>
        <pc:picChg chg="mod">
          <ac:chgData name="Riccardo Berta" userId="c8694f89-bba4-4576-b0a8-456619ca5a8c" providerId="ADAL" clId="{06DF791A-ABEB-DB44-A5FA-301FD99EBD63}" dt="2022-03-04T12:04:18.357" v="17"/>
          <ac:picMkLst>
            <pc:docMk/>
            <pc:sldMk cId="0" sldId="269"/>
            <ac:picMk id="171" creationId="{00000000-0000-0000-0000-000000000000}"/>
          </ac:picMkLst>
        </pc:picChg>
        <pc:picChg chg="mod">
          <ac:chgData name="Riccardo Berta" userId="c8694f89-bba4-4576-b0a8-456619ca5a8c" providerId="ADAL" clId="{06DF791A-ABEB-DB44-A5FA-301FD99EBD63}" dt="2022-03-04T12:05:02.517" v="24" actId="1076"/>
          <ac:picMkLst>
            <pc:docMk/>
            <pc:sldMk cId="0" sldId="269"/>
            <ac:picMk id="172" creationId="{00000000-0000-0000-0000-000000000000}"/>
          </ac:picMkLst>
        </pc:picChg>
        <pc:picChg chg="mod">
          <ac:chgData name="Riccardo Berta" userId="c8694f89-bba4-4576-b0a8-456619ca5a8c" providerId="ADAL" clId="{06DF791A-ABEB-DB44-A5FA-301FD99EBD63}" dt="2022-03-04T12:04:59.725" v="23"/>
          <ac:picMkLst>
            <pc:docMk/>
            <pc:sldMk cId="0" sldId="269"/>
            <ac:picMk id="173" creationId="{00000000-0000-0000-0000-000000000000}"/>
          </ac:picMkLst>
        </pc:picChg>
      </pc:sldChg>
      <pc:sldChg chg="modSp">
        <pc:chgData name="Riccardo Berta" userId="c8694f89-bba4-4576-b0a8-456619ca5a8c" providerId="ADAL" clId="{06DF791A-ABEB-DB44-A5FA-301FD99EBD63}" dt="2022-03-04T12:05:23.333" v="25"/>
        <pc:sldMkLst>
          <pc:docMk/>
          <pc:sldMk cId="0" sldId="270"/>
        </pc:sldMkLst>
        <pc:picChg chg="mod">
          <ac:chgData name="Riccardo Berta" userId="c8694f89-bba4-4576-b0a8-456619ca5a8c" providerId="ADAL" clId="{06DF791A-ABEB-DB44-A5FA-301FD99EBD63}" dt="2022-03-04T12:05:23.333" v="25"/>
          <ac:picMkLst>
            <pc:docMk/>
            <pc:sldMk cId="0" sldId="270"/>
            <ac:picMk id="181" creationId="{00000000-0000-0000-0000-000000000000}"/>
          </ac:picMkLst>
        </pc:picChg>
      </pc:sldChg>
      <pc:sldChg chg="modSp mod">
        <pc:chgData name="Riccardo Berta" userId="c8694f89-bba4-4576-b0a8-456619ca5a8c" providerId="ADAL" clId="{06DF791A-ABEB-DB44-A5FA-301FD99EBD63}" dt="2022-03-09T09:01:55.073" v="84" actId="20578"/>
        <pc:sldMkLst>
          <pc:docMk/>
          <pc:sldMk cId="0" sldId="271"/>
        </pc:sldMkLst>
        <pc:spChg chg="mod">
          <ac:chgData name="Riccardo Berta" userId="c8694f89-bba4-4576-b0a8-456619ca5a8c" providerId="ADAL" clId="{06DF791A-ABEB-DB44-A5FA-301FD99EBD63}" dt="2022-03-09T09:01:55.073" v="84" actId="20578"/>
          <ac:spMkLst>
            <pc:docMk/>
            <pc:sldMk cId="0" sldId="271"/>
            <ac:spMk id="187" creationId="{00000000-0000-0000-0000-000000000000}"/>
          </ac:spMkLst>
        </pc:spChg>
        <pc:picChg chg="mod">
          <ac:chgData name="Riccardo Berta" userId="c8694f89-bba4-4576-b0a8-456619ca5a8c" providerId="ADAL" clId="{06DF791A-ABEB-DB44-A5FA-301FD99EBD63}" dt="2022-03-04T12:05:43.939" v="26"/>
          <ac:picMkLst>
            <pc:docMk/>
            <pc:sldMk cId="0" sldId="271"/>
            <ac:picMk id="188" creationId="{00000000-0000-0000-0000-000000000000}"/>
          </ac:picMkLst>
        </pc:picChg>
      </pc:sldChg>
      <pc:sldChg chg="modSp mod">
        <pc:chgData name="Riccardo Berta" userId="c8694f89-bba4-4576-b0a8-456619ca5a8c" providerId="ADAL" clId="{06DF791A-ABEB-DB44-A5FA-301FD99EBD63}" dt="2022-03-09T09:07:02.329" v="88" actId="20577"/>
        <pc:sldMkLst>
          <pc:docMk/>
          <pc:sldMk cId="0" sldId="272"/>
        </pc:sldMkLst>
        <pc:spChg chg="mod">
          <ac:chgData name="Riccardo Berta" userId="c8694f89-bba4-4576-b0a8-456619ca5a8c" providerId="ADAL" clId="{06DF791A-ABEB-DB44-A5FA-301FD99EBD63}" dt="2022-03-09T09:07:02.329" v="88" actId="20577"/>
          <ac:spMkLst>
            <pc:docMk/>
            <pc:sldMk cId="0" sldId="272"/>
            <ac:spMk id="194" creationId="{00000000-0000-0000-0000-000000000000}"/>
          </ac:spMkLst>
        </pc:spChg>
      </pc:sldChg>
      <pc:sldChg chg="modSp">
        <pc:chgData name="Riccardo Berta" userId="c8694f89-bba4-4576-b0a8-456619ca5a8c" providerId="ADAL" clId="{06DF791A-ABEB-DB44-A5FA-301FD99EBD63}" dt="2022-03-04T12:06:04.974" v="27"/>
        <pc:sldMkLst>
          <pc:docMk/>
          <pc:sldMk cId="0" sldId="273"/>
        </pc:sldMkLst>
        <pc:picChg chg="mod">
          <ac:chgData name="Riccardo Berta" userId="c8694f89-bba4-4576-b0a8-456619ca5a8c" providerId="ADAL" clId="{06DF791A-ABEB-DB44-A5FA-301FD99EBD63}" dt="2022-03-04T12:06:04.974" v="27"/>
          <ac:picMkLst>
            <pc:docMk/>
            <pc:sldMk cId="0" sldId="273"/>
            <ac:picMk id="201" creationId="{00000000-0000-0000-0000-000000000000}"/>
          </ac:picMkLst>
        </pc:picChg>
      </pc:sldChg>
      <pc:sldChg chg="addSp modSp mod modNotes">
        <pc:chgData name="Riccardo Berta" userId="c8694f89-bba4-4576-b0a8-456619ca5a8c" providerId="ADAL" clId="{06DF791A-ABEB-DB44-A5FA-301FD99EBD63}" dt="2022-03-09T09:42:37.745" v="94" actId="20577"/>
        <pc:sldMkLst>
          <pc:docMk/>
          <pc:sldMk cId="0" sldId="275"/>
        </pc:sldMkLst>
        <pc:spChg chg="mod">
          <ac:chgData name="Riccardo Berta" userId="c8694f89-bba4-4576-b0a8-456619ca5a8c" providerId="ADAL" clId="{06DF791A-ABEB-DB44-A5FA-301FD99EBD63}" dt="2022-03-09T09:42:37.745" v="94" actId="20577"/>
          <ac:spMkLst>
            <pc:docMk/>
            <pc:sldMk cId="0" sldId="275"/>
            <ac:spMk id="213" creationId="{00000000-0000-0000-0000-000000000000}"/>
          </ac:spMkLst>
        </pc:spChg>
        <pc:picChg chg="add mod">
          <ac:chgData name="Riccardo Berta" userId="c8694f89-bba4-4576-b0a8-456619ca5a8c" providerId="ADAL" clId="{06DF791A-ABEB-DB44-A5FA-301FD99EBD63}" dt="2022-03-09T09:42:36.752" v="93" actId="14100"/>
          <ac:picMkLst>
            <pc:docMk/>
            <pc:sldMk cId="0" sldId="275"/>
            <ac:picMk id="3" creationId="{B5113C0C-9368-1A40-9C7A-3518DA9FFE96}"/>
          </ac:picMkLst>
        </pc:picChg>
        <pc:picChg chg="mod">
          <ac:chgData name="Riccardo Berta" userId="c8694f89-bba4-4576-b0a8-456619ca5a8c" providerId="ADAL" clId="{06DF791A-ABEB-DB44-A5FA-301FD99EBD63}" dt="2022-03-04T12:06:25.288" v="28"/>
          <ac:picMkLst>
            <pc:docMk/>
            <pc:sldMk cId="0" sldId="275"/>
            <ac:picMk id="214" creationId="{00000000-0000-0000-0000-000000000000}"/>
          </ac:picMkLst>
        </pc:picChg>
      </pc:sldChg>
      <pc:sldChg chg="modSp">
        <pc:chgData name="Riccardo Berta" userId="c8694f89-bba4-4576-b0a8-456619ca5a8c" providerId="ADAL" clId="{06DF791A-ABEB-DB44-A5FA-301FD99EBD63}" dt="2022-03-04T12:06:40.618" v="29"/>
        <pc:sldMkLst>
          <pc:docMk/>
          <pc:sldMk cId="0" sldId="276"/>
        </pc:sldMkLst>
        <pc:picChg chg="mod">
          <ac:chgData name="Riccardo Berta" userId="c8694f89-bba4-4576-b0a8-456619ca5a8c" providerId="ADAL" clId="{06DF791A-ABEB-DB44-A5FA-301FD99EBD63}" dt="2022-03-04T12:06:40.618" v="29"/>
          <ac:picMkLst>
            <pc:docMk/>
            <pc:sldMk cId="0" sldId="276"/>
            <ac:picMk id="221" creationId="{00000000-0000-0000-0000-000000000000}"/>
          </ac:picMkLst>
        </pc:picChg>
      </pc:sldChg>
      <pc:sldChg chg="modSp">
        <pc:chgData name="Riccardo Berta" userId="c8694f89-bba4-4576-b0a8-456619ca5a8c" providerId="ADAL" clId="{06DF791A-ABEB-DB44-A5FA-301FD99EBD63}" dt="2022-03-04T12:07:00.413" v="30"/>
        <pc:sldMkLst>
          <pc:docMk/>
          <pc:sldMk cId="0" sldId="277"/>
        </pc:sldMkLst>
        <pc:picChg chg="mod">
          <ac:chgData name="Riccardo Berta" userId="c8694f89-bba4-4576-b0a8-456619ca5a8c" providerId="ADAL" clId="{06DF791A-ABEB-DB44-A5FA-301FD99EBD63}" dt="2022-03-04T12:07:00.413" v="30"/>
          <ac:picMkLst>
            <pc:docMk/>
            <pc:sldMk cId="0" sldId="277"/>
            <ac:picMk id="228" creationId="{00000000-0000-0000-0000-000000000000}"/>
          </ac:picMkLst>
        </pc:picChg>
      </pc:sldChg>
    </pc:docChg>
  </pc:docChgLst>
  <pc:docChgLst>
    <pc:chgData name="Riccardo Berta" userId="c8694f89-bba4-4576-b0a8-456619ca5a8c" providerId="ADAL" clId="{894CBCD6-FC5D-E644-9183-7AA72B9AD2F7}"/>
    <pc:docChg chg="modSld">
      <pc:chgData name="Riccardo Berta" userId="c8694f89-bba4-4576-b0a8-456619ca5a8c" providerId="ADAL" clId="{894CBCD6-FC5D-E644-9183-7AA72B9AD2F7}" dt="2023-02-23T12:36:55.896" v="3" actId="1076"/>
      <pc:docMkLst>
        <pc:docMk/>
      </pc:docMkLst>
      <pc:sldChg chg="modSp mod">
        <pc:chgData name="Riccardo Berta" userId="c8694f89-bba4-4576-b0a8-456619ca5a8c" providerId="ADAL" clId="{894CBCD6-FC5D-E644-9183-7AA72B9AD2F7}" dt="2023-02-23T12:36:55.896" v="3" actId="1076"/>
        <pc:sldMkLst>
          <pc:docMk/>
          <pc:sldMk cId="0" sldId="257"/>
        </pc:sldMkLst>
        <pc:picChg chg="mod">
          <ac:chgData name="Riccardo Berta" userId="c8694f89-bba4-4576-b0a8-456619ca5a8c" providerId="ADAL" clId="{894CBCD6-FC5D-E644-9183-7AA72B9AD2F7}" dt="2023-02-23T12:29:52.141" v="0"/>
          <ac:picMkLst>
            <pc:docMk/>
            <pc:sldMk cId="0" sldId="257"/>
            <ac:picMk id="85" creationId="{00000000-0000-0000-0000-000000000000}"/>
          </ac:picMkLst>
        </pc:picChg>
        <pc:picChg chg="mod">
          <ac:chgData name="Riccardo Berta" userId="c8694f89-bba4-4576-b0a8-456619ca5a8c" providerId="ADAL" clId="{894CBCD6-FC5D-E644-9183-7AA72B9AD2F7}" dt="2023-02-23T12:34:55.916" v="1"/>
          <ac:picMkLst>
            <pc:docMk/>
            <pc:sldMk cId="0" sldId="257"/>
            <ac:picMk id="86" creationId="{00000000-0000-0000-0000-000000000000}"/>
          </ac:picMkLst>
        </pc:picChg>
        <pc:picChg chg="mod">
          <ac:chgData name="Riccardo Berta" userId="c8694f89-bba4-4576-b0a8-456619ca5a8c" providerId="ADAL" clId="{894CBCD6-FC5D-E644-9183-7AA72B9AD2F7}" dt="2023-02-23T12:36:55.896" v="3" actId="1076"/>
          <ac:picMkLst>
            <pc:docMk/>
            <pc:sldMk cId="0" sldId="257"/>
            <ac:picMk id="87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51e8b6b6fd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51e8b6b6fd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f0fb49dd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f0fb49dd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51e8b6b6fd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51e8b6b6fd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51e8b6b6f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51e8b6b6fd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51e8b6b6fd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51e8b6b6fd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51e8b6b6fd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51e8b6b6fd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51e8b6b6fd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51e8b6b6fd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f0fb49ddf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f0fb49ddf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51e8b6b6fd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51e8b6b6fd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f108eba5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f108eba5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51e8b6b6fd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51e8b6b6fd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f0fb49ddf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f0fb49ddf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f108eba57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f108eba57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54df2459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54df2459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71d078de45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71d078de45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71d078de45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71d078de45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f11a86ee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f11a86ee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0fb49ddf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0fb49ddf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5485ebd821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5485ebd821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51e8b6b6fd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51e8b6b6fd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51e8b6b6fd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51e8b6b6fd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00d463d8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100d463d8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51e8b6b6fd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51e8b6b6fd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1008933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4355671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925674"/>
            <a:ext cx="3054600" cy="20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4155440"/>
            <a:ext cx="3054600" cy="9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613633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4744471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2408600"/>
            <a:ext cx="7596600" cy="204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icTheme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202700" y="1104350"/>
            <a:ext cx="8818500" cy="51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marL="914400" lvl="1" indent="-323850">
              <a:spcBef>
                <a:spcPts val="160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292100"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16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39999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633633"/>
            <a:ext cx="39999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865867"/>
            <a:ext cx="2808000" cy="371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5878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1239033"/>
            <a:ext cx="4045200" cy="238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3692001"/>
            <a:ext cx="4045200" cy="20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5625233"/>
            <a:ext cx="5998800" cy="7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76167"/>
            <a:ext cx="8520600" cy="283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4216000"/>
            <a:ext cx="8520600" cy="14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unigeit-my.sharepoint.com/:v:/g/personal/riccardo_berta_unige_it/EbJg9y3s2sxLuwZ_qR0wlyMBzbain90cjr5G7eJG8qtnlA?e=8gU0Kh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unigeit-my.sharepoint.com/:v:/g/personal/riccardo_berta_unige_it/EReI4H-C8q1PoWtQRdVA7iABIJazY6ZmLaOQdGbhXPhjsg?e=YawJJe" TargetMode="External"/><Relationship Id="rId5" Type="http://schemas.openxmlformats.org/officeDocument/2006/relationships/hyperlink" Target="https://unigeit-my.sharepoint.com/:v:/g/personal/riccardo_berta_unige_it/EUTvb0YtcypDrDmO-XmYDMwBB7OlaCdQZvDVsq0ya9VP9w?e=NhLsN9" TargetMode="Externa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unigeit-my.sharepoint.com/:v:/g/personal/riccardo_berta_unige_it/EYhLUxci531Nl5pfQA2JeyUBnWzF6hiOd0I1Tv8vDXrSqw?e=SBMLJu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unigeit-my.sharepoint.com/:v:/g/personal/riccardo_berta_unige_it/Eehs5J3RpTVLhzYzJ7RFMeEBz2HXalWYK9IYklKL2Ds7iA?e=ZDAQqe" TargetMode="Externa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unigeit-my.sharepoint.com/:v:/g/personal/riccardo_berta_unige_it/EaFNuiTQxOdOtZhKhufvu0wBM7qdLuzjHLx-wWO2kom3xA?e=DkAWf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unigeit-my.sharepoint.com/:v:/g/personal/riccardo_berta_unige_it/EVZzwp3Gv8FLklQ6RotWvbYBFS6cHFKfSBnBpTUlb3XjsQ?e=JwW3Oh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unigeit-my.sharepoint.com/:v:/g/personal/riccardo_berta_unige_it/EW8CYpKBIJNNvJNBhe3aDWEBBAVoX3QuMYYsA6bwMB_eHQ?e=OoU165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unigeit-my.sharepoint.com/:v:/g/personal/riccardo_berta_unige_it/EfxbtFZqHr9FtTJeDemsSXcBv_4S77cB3t_l6oUm647V_Q?e=nKWRWK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unigeit-my.sharepoint.com/:v:/g/personal/riccardo_berta_unige_it/EbEINZ6RE6tDl_rgZcejH0UBYMiVzStdKTFzereQuPp8fQ?e=Wx2t7E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unigeit-my.sharepoint.com/:v:/g/personal/riccardo_berta_unige_it/EUsDJ7isykdJgHxEPfQ7iywBndyozQlYQKpOYL_jpbah2A?e=CGMr3Z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unigeit-my.sharepoint.com/:v:/g/personal/riccardo_berta_unige_it/Ed4i4lxz_c5IsGTHOPSoHOcBMPU8VclZavB4cRUC9t1_OA?e=dzKyi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unigeit-my.sharepoint.com/:v:/g/personal/riccardo_berta_unige_it/ETEMlbPpFfJEuhJrnFhDp_QBNowLbwPffDhcT1jP3JFJpQ?e=PjOudl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unigeit-my.sharepoint.com/:v:/g/personal/riccardo_berta_unige_it/EehPgf5I97ZCv2HA2CmQ11IBTFw7QvptZl9AHRLecf7Nxg?e=ulxZSk" TargetMode="Externa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unigeit-my.sharepoint.com/:v:/g/personal/riccardo_berta_unige_it/Edx7fV9UU15LrMIex2jeWk8BN8TzQF2QCUjwl1KVPMd14w?e=fnvWC8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unigeit-my.sharepoint.com/:v:/g/personal/riccardo_berta_unige_it/EWfjiUByxqdMhwMDEjgZ2VsBP6bogYodtxyngD7zwSC5Dg?e=Y6ikX8" TargetMode="External"/><Relationship Id="rId5" Type="http://schemas.openxmlformats.org/officeDocument/2006/relationships/hyperlink" Target="https://unigeit-my.sharepoint.com/:v:/g/personal/riccardo_berta_unige_it/EUbO_9I7AqRJiIy4Q0P9zwUBKlCuyvt1kmejNnQ_OId65Q?e=BAlgUQ" TargetMode="Externa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hyperlink" Target="https://unigeit-my.sharepoint.com/:v:/g/personal/riccardo_berta_unige_it/EZy7OjskL85FpMISajG3824BOCqs85hvS7TOYPPmHtiIUQ?e=Fu6epZ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unigeit-my.sharepoint.com/:v:/g/personal/riccardo_berta_unige_it/EU5WL53xlpBEqNS1ktZpefkB4rfOmcpxFan3ZFqfeL-QnQ?e=JpMlde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unigeit-my.sharepoint.com/:v:/g/personal/riccardo_berta_unige_it/EQ9G3SCcOAJAulsM9bNfsD0B2XEFIrw_HkSsc9nvUU5ULw?e=pW21WT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unigeit-my.sharepoint.com/:v:/g/personal/riccardo_berta_unige_it/ETGpeCRWPqFBqWHWhlAOVa8BdHbEGozTSto4Oh4VjwFTtw?e=DE3Z2d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unigeit-my.sharepoint.com/:v:/g/personal/riccardo_berta_unige_it/EVqUlJw6Ft9Do1BYknpPVbcBPuzxrhQukSLbQxr8SFOr8A?e=zdxX7w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unigeit-my.sharepoint.com/:v:/g/personal/riccardo_berta_unige_it/EdLwA8nr-dNLi4jHEfYAM8ABfsS-fUA3me3fKXarWrVsNA?e=t5vrYY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3044700" y="2754751"/>
            <a:ext cx="3054600" cy="98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JavaScript</a:t>
            </a:r>
            <a:endParaRPr dirty="0"/>
          </a:p>
        </p:txBody>
      </p:sp>
      <p:grpSp>
        <p:nvGrpSpPr>
          <p:cNvPr id="63" name="Google Shape;63;p13"/>
          <p:cNvGrpSpPr/>
          <p:nvPr/>
        </p:nvGrpSpPr>
        <p:grpSpPr>
          <a:xfrm>
            <a:off x="4991502" y="202216"/>
            <a:ext cx="3988156" cy="1681357"/>
            <a:chOff x="596595" y="1681625"/>
            <a:chExt cx="7590704" cy="3377576"/>
          </a:xfrm>
        </p:grpSpPr>
        <p:pic>
          <p:nvPicPr>
            <p:cNvPr id="64" name="Google Shape;64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13500" y="3485357"/>
              <a:ext cx="1051800" cy="7152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65;p13"/>
            <p:cNvSpPr/>
            <p:nvPr/>
          </p:nvSpPr>
          <p:spPr>
            <a:xfrm>
              <a:off x="1929869" y="3438494"/>
              <a:ext cx="2529576" cy="1548504"/>
            </a:xfrm>
            <a:prstGeom prst="cloud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6" name="Google Shape;66;p13"/>
            <p:cNvCxnSpPr>
              <a:stCxn id="67" idx="3"/>
            </p:cNvCxnSpPr>
            <p:nvPr/>
          </p:nvCxnSpPr>
          <p:spPr>
            <a:xfrm>
              <a:off x="1937776" y="3426272"/>
              <a:ext cx="427200" cy="2379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67" name="Google Shape;67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96595" y="2978971"/>
              <a:ext cx="1341180" cy="894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" name="Google Shape;68;p1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369970" y="1681625"/>
              <a:ext cx="921151" cy="7724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69" name="Google Shape;69;p13"/>
            <p:cNvCxnSpPr>
              <a:stCxn id="68" idx="2"/>
              <a:endCxn id="65" idx="3"/>
            </p:cNvCxnSpPr>
            <p:nvPr/>
          </p:nvCxnSpPr>
          <p:spPr>
            <a:xfrm>
              <a:off x="2830546" y="2454075"/>
              <a:ext cx="364200" cy="10731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70" name="Google Shape;70;p13"/>
            <p:cNvPicPr preferRelativeResize="0"/>
            <p:nvPr/>
          </p:nvPicPr>
          <p:blipFill rotWithShape="1">
            <a:blip r:embed="rId6">
              <a:alphaModFix/>
            </a:blip>
            <a:srcRect l="7526" t="9500" r="8376" b="35009"/>
            <a:stretch/>
          </p:blipFill>
          <p:spPr>
            <a:xfrm rot="5400000">
              <a:off x="6395675" y="3267576"/>
              <a:ext cx="2271976" cy="1311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" name="Google Shape;71;p1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085380" y="3787000"/>
              <a:ext cx="504057" cy="3252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2" name="Google Shape;72;p13"/>
            <p:cNvCxnSpPr/>
            <p:nvPr/>
          </p:nvCxnSpPr>
          <p:spPr>
            <a:xfrm>
              <a:off x="4459430" y="3920656"/>
              <a:ext cx="254100" cy="51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" name="Google Shape;73;p13"/>
            <p:cNvCxnSpPr/>
            <p:nvPr/>
          </p:nvCxnSpPr>
          <p:spPr>
            <a:xfrm>
              <a:off x="5765300" y="3919166"/>
              <a:ext cx="365400" cy="81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" name="Google Shape;74;p13"/>
            <p:cNvCxnSpPr>
              <a:stCxn id="71" idx="3"/>
              <a:endCxn id="71" idx="3"/>
            </p:cNvCxnSpPr>
            <p:nvPr/>
          </p:nvCxnSpPr>
          <p:spPr>
            <a:xfrm>
              <a:off x="6589437" y="3949600"/>
              <a:ext cx="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" name="Google Shape;75;p13"/>
            <p:cNvCxnSpPr>
              <a:stCxn id="71" idx="3"/>
            </p:cNvCxnSpPr>
            <p:nvPr/>
          </p:nvCxnSpPr>
          <p:spPr>
            <a:xfrm>
              <a:off x="6589437" y="3949600"/>
              <a:ext cx="304200" cy="84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76" name="Google Shape;76;p13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2542954" y="3807661"/>
              <a:ext cx="1311275" cy="8154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" name="Google Shape;77;p13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5012750" y="4200575"/>
              <a:ext cx="576750" cy="81571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8" name="Google Shape;78;p13"/>
          <p:cNvSpPr/>
          <p:nvPr/>
        </p:nvSpPr>
        <p:spPr>
          <a:xfrm>
            <a:off x="7027449" y="1024645"/>
            <a:ext cx="775430" cy="534189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78;p13">
            <a:extLst>
              <a:ext uri="{FF2B5EF4-FFF2-40B4-BE49-F238E27FC236}">
                <a16:creationId xmlns:a16="http://schemas.microsoft.com/office/drawing/2014/main" id="{B237A4BC-3D77-F1A5-7317-A46042D1D42B}"/>
              </a:ext>
            </a:extLst>
          </p:cNvPr>
          <p:cNvSpPr/>
          <p:nvPr/>
        </p:nvSpPr>
        <p:spPr>
          <a:xfrm>
            <a:off x="5572384" y="945141"/>
            <a:ext cx="1573430" cy="986858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</a:t>
            </a:r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202700" y="951949"/>
            <a:ext cx="8818500" cy="55794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Introduced in 1995 as a way to add programs to web in Netscape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Adopted by all major browsers 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b="1" dirty="0"/>
              <a:t>ECMA standard</a:t>
            </a:r>
            <a:endParaRPr b="1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lang="en-GB" sz="8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Nothing to do with Java (just marketing consideration a that time)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lang="en-GB" sz="8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What you know is still valid: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Comments</a:t>
            </a:r>
            <a:endParaRPr dirty="0"/>
          </a:p>
          <a:p>
            <a:pPr marL="1371600" lvl="2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//…</a:t>
            </a:r>
            <a:endParaRPr sz="1200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Block of code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 … }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Conditional execution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if, if...else, switch...case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Loops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while, do...while, for, for-in</a:t>
            </a:r>
            <a:endParaRPr dirty="0"/>
          </a:p>
          <a:p>
            <a:pPr marL="1828800" lvl="3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while(number&lt;=12) { </a:t>
            </a:r>
            <a:r>
              <a:rPr lang="en-GB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(number); number++; }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700" dirty="0"/>
              <a:t>Fragment of code that produce a value is called an </a:t>
            </a:r>
            <a:r>
              <a:rPr lang="en-GB" sz="1700" b="1" dirty="0"/>
              <a:t>expression</a:t>
            </a:r>
            <a:endParaRPr sz="1700" b="1" dirty="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-GB" sz="1700" dirty="0"/>
              <a:t>A </a:t>
            </a:r>
            <a:r>
              <a:rPr lang="en-GB" sz="1700" b="1" dirty="0"/>
              <a:t>statement</a:t>
            </a:r>
            <a:r>
              <a:rPr lang="en-GB" sz="1700" dirty="0"/>
              <a:t> is a composition of expressions and ends with ;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Variables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Functions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endParaRPr lang="en-GB" sz="800" dirty="0"/>
          </a:p>
          <a:p>
            <a:pPr indent="-323850">
              <a:buSzPts val="1500"/>
              <a:buChar char="○"/>
            </a:pPr>
            <a:r>
              <a:rPr lang="en-GB" dirty="0"/>
              <a:t>We can use the browser to run JS code</a:t>
            </a:r>
            <a:endParaRPr dirty="0"/>
          </a:p>
          <a:p>
            <a:pPr marL="120650" lvl="0" indent="0" algn="l" rtl="0"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dirty="0"/>
          </a:p>
        </p:txBody>
      </p:sp>
      <p:pic>
        <p:nvPicPr>
          <p:cNvPr id="85" name="Google Shape;85;p1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20483" y="1379184"/>
            <a:ext cx="296550" cy="25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4">
            <a:hlinkClick r:id="rId5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69560" y="2834213"/>
            <a:ext cx="296550" cy="25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4">
            <a:hlinkClick r:id="rId6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1888" y="6180517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Variables and functions</a:t>
            </a:r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body" idx="1"/>
          </p:nvPr>
        </p:nvSpPr>
        <p:spPr>
          <a:xfrm>
            <a:off x="162750" y="1076950"/>
            <a:ext cx="8818500" cy="55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500" dirty="0"/>
              <a:t>In several cases the </a:t>
            </a:r>
            <a:r>
              <a:rPr lang="en-GB" sz="1500" b="1" dirty="0"/>
              <a:t>; </a:t>
            </a:r>
            <a:r>
              <a:rPr lang="en-GB" sz="1500" dirty="0"/>
              <a:t>can be omitted</a:t>
            </a:r>
            <a:endParaRPr sz="1500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 dirty="0"/>
              <a:t>but the rules are complex and error prone</a:t>
            </a:r>
            <a:r>
              <a:rPr lang="en-GB" dirty="0"/>
              <a:t>…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endParaRPr sz="8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Dynamically-typed language</a:t>
            </a:r>
            <a:endParaRPr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no type declaration!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name = value; </a:t>
            </a:r>
            <a:r>
              <a:rPr lang="en-GB" dirty="0"/>
              <a:t>(also “var” or “</a:t>
            </a:r>
            <a:r>
              <a:rPr lang="en-GB" dirty="0" err="1"/>
              <a:t>const</a:t>
            </a:r>
            <a:r>
              <a:rPr lang="en-GB" dirty="0"/>
              <a:t>” …)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the value's type is enforced, but the variable simply represents any value of any type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x = '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pippo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'; x=5;</a:t>
            </a:r>
            <a:endParaRPr sz="10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automatic type conversion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several time difficult to understand</a:t>
            </a:r>
            <a:endParaRPr dirty="0"/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('5' - 1);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('5' + 1);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('5' * 2);</a:t>
            </a:r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sz="8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Functions</a:t>
            </a:r>
            <a:endParaRPr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They are </a:t>
            </a:r>
            <a:r>
              <a:rPr lang="en-GB" b="1" dirty="0"/>
              <a:t>just regular variables</a:t>
            </a:r>
            <a:endParaRPr dirty="0"/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name = function(parameters) { body; }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square = function(x) { return x * x;  }; 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b="1" dirty="0"/>
              <a:t>can be used in any expression</a:t>
            </a:r>
            <a:r>
              <a:rPr lang="en-GB" dirty="0"/>
              <a:t>, and </a:t>
            </a:r>
            <a:r>
              <a:rPr lang="en-GB" b="1" dirty="0"/>
              <a:t>can be assigned to a new value</a:t>
            </a:r>
            <a:endParaRPr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nested scope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can be </a:t>
            </a:r>
            <a:r>
              <a:rPr lang="en-GB" b="1" dirty="0"/>
              <a:t>created inside</a:t>
            </a:r>
            <a:r>
              <a:rPr lang="en-GB" dirty="0"/>
              <a:t> other functions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short notation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function name(parameters) {  body;  }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94" name="Google Shape;94;p15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5016" y="1883879"/>
            <a:ext cx="296550" cy="25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5">
            <a:hlinkClick r:id="rId5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4034" y="4000399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Equality</a:t>
            </a:r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body" idx="1"/>
          </p:nvPr>
        </p:nvSpPr>
        <p:spPr>
          <a:xfrm>
            <a:off x="202700" y="1104350"/>
            <a:ext cx="8818500" cy="548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strict</a:t>
            </a:r>
            <a:r>
              <a:rPr lang="en-GB" dirty="0"/>
              <a:t> equality “</a:t>
            </a:r>
            <a:r>
              <a:rPr lang="en-GB" b="1" dirty="0"/>
              <a:t>===</a:t>
            </a:r>
            <a:r>
              <a:rPr lang="en-GB" dirty="0"/>
              <a:t>”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both the type and the value we are comparing have to be the same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 === 5 // true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'hello world' === 'hello world' // true (both Strings, equal values)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77 === '77' // false (number vs. string)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false === 0 // false (different type and different value)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600" dirty="0"/>
          </a:p>
          <a:p>
            <a:pPr marL="457200" lvl="0" indent="-336550" algn="l" rtl="0">
              <a:spcBef>
                <a:spcPts val="160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loose</a:t>
            </a:r>
            <a:r>
              <a:rPr lang="en-GB" dirty="0"/>
              <a:t> equality “</a:t>
            </a:r>
            <a:r>
              <a:rPr lang="en-GB" b="1" dirty="0"/>
              <a:t>==</a:t>
            </a:r>
            <a:r>
              <a:rPr lang="en-GB" dirty="0"/>
              <a:t>”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double equals also performs type </a:t>
            </a:r>
            <a:r>
              <a:rPr lang="en-GB" b="1" dirty="0"/>
              <a:t>coercion</a:t>
            </a:r>
            <a:endParaRPr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values are compared after attempting to convert them into a common type!</a:t>
            </a:r>
            <a:endParaRPr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77 == '77' // true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false == 0 // true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600" dirty="0"/>
          </a:p>
          <a:p>
            <a:pPr marL="457200" lvl="0" indent="-336550" algn="l" rtl="0">
              <a:spcBef>
                <a:spcPts val="160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Triple Equals is superior to double equals! 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whenever possible, you should use === to test equality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by testing type and value you can be sure that you are executing a true equality test</a:t>
            </a:r>
            <a:endParaRPr dirty="0"/>
          </a:p>
        </p:txBody>
      </p:sp>
      <p:pic>
        <p:nvPicPr>
          <p:cNvPr id="102" name="Google Shape;102;p16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92875" y="567825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Const, let and var</a:t>
            </a:r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body" idx="1"/>
          </p:nvPr>
        </p:nvSpPr>
        <p:spPr>
          <a:xfrm>
            <a:off x="202700" y="1104350"/>
            <a:ext cx="8818500" cy="54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var</a:t>
            </a:r>
            <a:endParaRPr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before ES6, just var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variables assigned with the var keyword have </a:t>
            </a:r>
            <a:r>
              <a:rPr lang="en-GB" b="1" dirty="0"/>
              <a:t>functional scope</a:t>
            </a:r>
            <a:r>
              <a:rPr lang="en-GB" dirty="0"/>
              <a:t> 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they </a:t>
            </a:r>
            <a:r>
              <a:rPr lang="en-GB" b="1" dirty="0"/>
              <a:t>aren’t block scoped</a:t>
            </a:r>
            <a:r>
              <a:rPr lang="en-GB" dirty="0"/>
              <a:t> 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that’s where things can get messy 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you can reassign variables within a block overriding parent assignments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global variables, assigned to the global window object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b="1" dirty="0"/>
              <a:t>hoisted</a:t>
            </a:r>
            <a:r>
              <a:rPr lang="en-GB" dirty="0"/>
              <a:t> (can be declared after it has been used!)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let</a:t>
            </a:r>
            <a:endParaRPr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block scoped!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not global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 err="1"/>
              <a:t>const</a:t>
            </a:r>
            <a:endParaRPr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b="1" dirty="0"/>
              <a:t>read-only</a:t>
            </a:r>
            <a:r>
              <a:rPr lang="en-GB" dirty="0"/>
              <a:t> and </a:t>
            </a:r>
            <a:r>
              <a:rPr lang="en-GB" b="1" dirty="0"/>
              <a:t>cannot’ be redeclared or reassigned</a:t>
            </a:r>
            <a:endParaRPr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not global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not hoisted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endParaRPr sz="8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In almost all cases, </a:t>
            </a:r>
            <a:r>
              <a:rPr lang="en-GB" u="sng" dirty="0"/>
              <a:t>opt for </a:t>
            </a:r>
            <a:r>
              <a:rPr lang="en-GB" u="sng" dirty="0" err="1"/>
              <a:t>const</a:t>
            </a:r>
            <a:r>
              <a:rPr lang="en-GB" u="sng" dirty="0"/>
              <a:t> first</a:t>
            </a:r>
            <a:r>
              <a:rPr lang="en-GB" dirty="0"/>
              <a:t> 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if assignments are read-only you avoid potential future issues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only use the let when you know that a variable will have a dynamic value 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you probably don’t need to use var anymore!</a:t>
            </a:r>
            <a:endParaRPr dirty="0"/>
          </a:p>
        </p:txBody>
      </p:sp>
      <p:pic>
        <p:nvPicPr>
          <p:cNvPr id="109" name="Google Shape;109;p17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6875" y="563075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Array</a:t>
            </a:r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body" idx="1"/>
          </p:nvPr>
        </p:nvSpPr>
        <p:spPr>
          <a:xfrm>
            <a:off x="216000" y="1031007"/>
            <a:ext cx="8818500" cy="55352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Store multiple values in a single variable</a:t>
            </a:r>
            <a:endParaRPr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listOfNumbers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[2, 3, 5, 7, 11, 4];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listOfNumbers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[2]); //5</a:t>
            </a:r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endParaRPr sz="8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Properties</a:t>
            </a:r>
            <a:endParaRPr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expressions that access a feature of some value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listOfNumbers.length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 //6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two way for accessing </a:t>
            </a:r>
            <a:r>
              <a:rPr lang="en-GB" b="1" dirty="0"/>
              <a:t>properties</a:t>
            </a:r>
            <a:r>
              <a:rPr lang="en-GB" dirty="0"/>
              <a:t> [ ] and .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value.x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dirty="0"/>
              <a:t>x must be a valid property name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value[‘x’]</a:t>
            </a:r>
            <a:r>
              <a:rPr lang="en-GB" dirty="0"/>
              <a:t> x is evaluated to get the property name</a:t>
            </a:r>
            <a:endParaRPr dirty="0"/>
          </a:p>
          <a:p>
            <a:pPr marL="1828800" lvl="3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listOfNumbers</a:t>
            </a:r>
            <a:r>
              <a:rPr lang="en-GB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['length']);</a:t>
            </a:r>
            <a:endParaRPr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elements in an array are stored in properties</a:t>
            </a: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sz="8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Useful </a:t>
            </a:r>
            <a:r>
              <a:rPr lang="en-GB" b="1" dirty="0"/>
              <a:t>array properties</a:t>
            </a:r>
            <a:endParaRPr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b="1" dirty="0"/>
              <a:t>push()</a:t>
            </a:r>
            <a:r>
              <a:rPr lang="en-GB" dirty="0"/>
              <a:t> and </a:t>
            </a:r>
            <a:r>
              <a:rPr lang="en-GB" b="1" dirty="0"/>
              <a:t>pop()</a:t>
            </a:r>
          </a:p>
          <a:p>
            <a:pPr lvl="2" indent="-323850">
              <a:spcBef>
                <a:spcPts val="0"/>
              </a:spcBef>
              <a:buSzPts val="1500"/>
              <a:buChar char="○"/>
            </a:pPr>
            <a:r>
              <a:rPr lang="en-GB" dirty="0"/>
              <a:t>add and remove elements at the end of an array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b="1" dirty="0"/>
              <a:t>unshift()</a:t>
            </a:r>
            <a:r>
              <a:rPr lang="en-GB" dirty="0"/>
              <a:t> and </a:t>
            </a:r>
            <a:r>
              <a:rPr lang="en-GB" b="1" dirty="0"/>
              <a:t>shift()</a:t>
            </a:r>
          </a:p>
          <a:p>
            <a:pPr lvl="2" indent="-323850">
              <a:spcBef>
                <a:spcPts val="0"/>
              </a:spcBef>
              <a:buSzPts val="1500"/>
              <a:buChar char="○"/>
            </a:pPr>
            <a:r>
              <a:rPr lang="en-GB" dirty="0"/>
              <a:t>add and remove element at the start of an array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b="1" dirty="0" err="1"/>
              <a:t>indexOf</a:t>
            </a:r>
            <a:r>
              <a:rPr lang="en-GB" b="1" dirty="0"/>
              <a:t>()</a:t>
            </a:r>
            <a:r>
              <a:rPr lang="en-GB" dirty="0"/>
              <a:t> and </a:t>
            </a:r>
            <a:r>
              <a:rPr lang="en-GB" dirty="0" err="1"/>
              <a:t>l</a:t>
            </a:r>
            <a:r>
              <a:rPr lang="en-GB" b="1" dirty="0" err="1"/>
              <a:t>astIndexOf</a:t>
            </a:r>
            <a:r>
              <a:rPr lang="en-GB" b="1" dirty="0"/>
              <a:t>()</a:t>
            </a:r>
          </a:p>
          <a:p>
            <a:pPr lvl="2" indent="-323850">
              <a:spcBef>
                <a:spcPts val="0"/>
              </a:spcBef>
              <a:buSzPts val="1500"/>
              <a:buChar char="○"/>
            </a:pPr>
            <a:r>
              <a:rPr lang="en-GB" dirty="0"/>
              <a:t>search for an element from the start of from the back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b="1" dirty="0"/>
              <a:t>slice(start, end)</a:t>
            </a:r>
          </a:p>
          <a:p>
            <a:pPr lvl="2" indent="-323850">
              <a:spcBef>
                <a:spcPts val="0"/>
              </a:spcBef>
              <a:buSzPts val="1500"/>
              <a:buChar char="○"/>
            </a:pPr>
            <a:r>
              <a:rPr lang="en-GB" dirty="0"/>
              <a:t>get only the part of an array between the two indexes</a:t>
            </a:r>
            <a:endParaRPr dirty="0"/>
          </a:p>
        </p:txBody>
      </p:sp>
      <p:pic>
        <p:nvPicPr>
          <p:cNvPr id="116" name="Google Shape;116;p18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0175" y="525325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Strings</a:t>
            </a:r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body" idx="1"/>
          </p:nvPr>
        </p:nvSpPr>
        <p:spPr>
          <a:xfrm>
            <a:off x="202700" y="1278527"/>
            <a:ext cx="8818500" cy="46955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A string is a text inside double or single quotes</a:t>
            </a:r>
            <a:endParaRPr dirty="0"/>
          </a:p>
          <a:p>
            <a: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cs typeface="Courier New"/>
                <a:sym typeface="Courier New"/>
              </a:rPr>
              <a:t>let carName1 = "Volvo XC60"; </a:t>
            </a:r>
          </a:p>
          <a:p>
            <a: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cs typeface="Courier New"/>
                <a:sym typeface="Courier New"/>
              </a:rPr>
              <a:t>let carName2 = 'Volvo XC60’;</a:t>
            </a:r>
          </a:p>
          <a:p>
            <a: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endParaRPr sz="1000" dirty="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You can use quotes inside a string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as long as they don't match the quotes surrounding the string</a:t>
            </a:r>
            <a:endParaRPr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answer1 = "It's alright"; </a:t>
            </a:r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answer2 = "He is called 'Johnny’”; </a:t>
            </a:r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answer3 = 'He is called "Johnny"';</a:t>
            </a:r>
            <a:endParaRPr sz="10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lang="en-GB" sz="10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 dirty="0"/>
              <a:t>Useful properties</a:t>
            </a:r>
            <a:endParaRPr sz="1700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 b="1" dirty="0"/>
              <a:t>length()</a:t>
            </a:r>
            <a:r>
              <a:rPr lang="en-GB" sz="1500" dirty="0"/>
              <a:t>, </a:t>
            </a:r>
            <a:r>
              <a:rPr lang="en-GB" sz="1500" b="1" dirty="0" err="1"/>
              <a:t>toUpperCase</a:t>
            </a:r>
            <a:r>
              <a:rPr lang="en-GB" sz="1500" b="1" dirty="0"/>
              <a:t>()</a:t>
            </a:r>
            <a:r>
              <a:rPr lang="en-GB" sz="1500" dirty="0"/>
              <a:t>, </a:t>
            </a:r>
            <a:r>
              <a:rPr lang="en-GB" sz="1500" b="1" dirty="0" err="1"/>
              <a:t>toLowerCase</a:t>
            </a:r>
            <a:r>
              <a:rPr lang="en-GB" sz="1500" b="1" dirty="0"/>
              <a:t>()</a:t>
            </a:r>
            <a:endParaRPr sz="1500"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 b="1" dirty="0"/>
              <a:t>slice()</a:t>
            </a:r>
            <a:r>
              <a:rPr lang="en-GB" sz="1500" dirty="0"/>
              <a:t>, </a:t>
            </a:r>
            <a:r>
              <a:rPr lang="en-GB" sz="1500" b="1" dirty="0" err="1"/>
              <a:t>indexOf</a:t>
            </a:r>
            <a:r>
              <a:rPr lang="en-GB" sz="1500" b="1" dirty="0"/>
              <a:t>()</a:t>
            </a:r>
            <a:r>
              <a:rPr lang="en-GB" sz="1500" dirty="0"/>
              <a:t>, </a:t>
            </a:r>
            <a:r>
              <a:rPr lang="en-GB" sz="1500" b="1" dirty="0" err="1"/>
              <a:t>charAt</a:t>
            </a:r>
            <a:r>
              <a:rPr lang="en-GB" sz="1500" b="1" dirty="0"/>
              <a:t>()</a:t>
            </a:r>
            <a:endParaRPr sz="1500"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 b="1" dirty="0"/>
              <a:t>trim()</a:t>
            </a:r>
            <a:r>
              <a:rPr lang="en-GB" sz="1500" dirty="0"/>
              <a:t>, to remove whitespaces</a:t>
            </a:r>
            <a:endParaRPr sz="15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lang="en-GB" sz="10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Compare string</a:t>
            </a:r>
          </a:p>
          <a:p>
            <a: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-IT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cs typeface="Courier New"/>
                <a:sym typeface="Courier New"/>
              </a:rPr>
              <a:t>let</a:t>
            </a:r>
            <a:r>
              <a:rPr lang="it-IT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cs typeface="Courier New"/>
                <a:sym typeface="Courier New"/>
              </a:rPr>
              <a:t> answer1 = "</a:t>
            </a:r>
            <a:r>
              <a:rPr lang="it-IT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cs typeface="Courier New"/>
                <a:sym typeface="Courier New"/>
              </a:rPr>
              <a:t>It's</a:t>
            </a:r>
            <a:r>
              <a:rPr lang="it-IT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cs typeface="Courier New"/>
                <a:sym typeface="Courier New"/>
              </a:rPr>
              <a:t> </a:t>
            </a:r>
            <a:r>
              <a:rPr lang="it-IT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cs typeface="Courier New"/>
                <a:sym typeface="Courier New"/>
              </a:rPr>
              <a:t>alright</a:t>
            </a:r>
            <a:r>
              <a:rPr lang="it-IT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cs typeface="Courier New"/>
                <a:sym typeface="Courier New"/>
              </a:rPr>
              <a:t>";</a:t>
            </a:r>
          </a:p>
          <a:p>
            <a: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cs typeface="Courier New"/>
                <a:sym typeface="Courier New"/>
              </a:rPr>
              <a:t>let answer2 = "It's alright";</a:t>
            </a:r>
          </a:p>
          <a:p>
            <a: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cs typeface="Courier New"/>
                <a:sym typeface="Courier New"/>
              </a:rPr>
              <a:t>(answer1 === answer2); // true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Pass-by-value or pass-by-reference?</a:t>
            </a:r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body" idx="1"/>
          </p:nvPr>
        </p:nvSpPr>
        <p:spPr>
          <a:xfrm>
            <a:off x="240325" y="959050"/>
            <a:ext cx="8818500" cy="54777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pass-by-value strategy for primitives </a:t>
            </a: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sz="8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call-by-sharing</a:t>
            </a:r>
            <a:r>
              <a:rPr lang="en-GB" dirty="0"/>
              <a:t> for arrays (and objects)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similar to pass-by-reference: the function is able to modify the array content 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isn’t able to assign directly over it</a:t>
            </a:r>
            <a:endParaRPr dirty="0"/>
          </a:p>
          <a:p>
            <a:pPr lvl="1" indent="-336550">
              <a:spcBef>
                <a:spcPts val="0"/>
              </a:spcBef>
              <a:buSzPts val="1700"/>
              <a:buChar char="●"/>
            </a:pPr>
            <a:r>
              <a:rPr lang="en-GB" dirty="0"/>
              <a:t>arrays (and objects) passed into functions are </a:t>
            </a:r>
            <a:r>
              <a:rPr lang="en-GB" b="1" dirty="0"/>
              <a:t>shared</a:t>
            </a:r>
            <a:r>
              <a:rPr lang="en-GB" dirty="0"/>
              <a:t>, but once the function decides to overwrite it, the sharing is off and the function only plays with its own version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lang="en-GB" sz="8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Example:</a:t>
            </a:r>
          </a:p>
          <a:p>
            <a:pPr marL="120650" lvl="0" indent="0" algn="l" rtl="0"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function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no_modify_primitives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(x){ x = 7; }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function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modify_array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(array){ array[0] = 7; }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function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no_modify_array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(array){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array = [3, 0, 2];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array[0] = 9;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8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x = 3;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no_modify_primitives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(x);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(x);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8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a = [3, 0, 2];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modify_array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(a);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(a);</a:t>
            </a: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8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no_modify_array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(a);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(a);</a:t>
            </a:r>
            <a:endParaRPr sz="10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29" name="Google Shape;129;p20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36395" y="562017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Optional args and Recursion</a:t>
            </a:r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body" idx="1"/>
          </p:nvPr>
        </p:nvSpPr>
        <p:spPr>
          <a:xfrm>
            <a:off x="202700" y="1104349"/>
            <a:ext cx="8818500" cy="55315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●"/>
            </a:pPr>
            <a:r>
              <a:rPr lang="en-GB" dirty="0"/>
              <a:t>JavaScript is </a:t>
            </a:r>
            <a:r>
              <a:rPr lang="en-GB" b="1" dirty="0"/>
              <a:t>extremely broad-minded</a:t>
            </a:r>
            <a:r>
              <a:rPr lang="en-GB" dirty="0"/>
              <a:t> about the number of arguments 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if you pass too many, </a:t>
            </a:r>
            <a:r>
              <a:rPr lang="en-GB" b="1" dirty="0"/>
              <a:t>the extra are ignored</a:t>
            </a:r>
            <a:r>
              <a:rPr lang="en-GB" dirty="0"/>
              <a:t>!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if you pass too few, </a:t>
            </a:r>
            <a:r>
              <a:rPr lang="en-GB" b="1" dirty="0"/>
              <a:t>the missing are assigned to the undefined value</a:t>
            </a:r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●"/>
            </a:pPr>
            <a:endParaRPr lang="en-GB" sz="800" dirty="0"/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●"/>
            </a:pPr>
            <a:r>
              <a:rPr lang="en-GB" dirty="0"/>
              <a:t>Downside: accidentally use function incorrectly</a:t>
            </a:r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●"/>
            </a:pPr>
            <a:r>
              <a:rPr lang="en-GB" dirty="0"/>
              <a:t>Upside: have functions taking “optional parameters”</a:t>
            </a:r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●"/>
            </a:pPr>
            <a:endParaRPr lang="en-GB" sz="800" dirty="0"/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●"/>
            </a:pPr>
            <a:r>
              <a:rPr lang="en-GB" dirty="0"/>
              <a:t>Example:</a:t>
            </a:r>
          </a:p>
          <a:p>
            <a:pPr marL="133350" indent="0">
              <a:buSzPts val="1500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function power(base, exponent) {</a:t>
            </a:r>
          </a:p>
          <a:p>
            <a:pPr marL="1371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if(exponent == undefined) exponent = 2;</a:t>
            </a:r>
          </a:p>
          <a:p>
            <a:pPr marL="1371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let result = 1;</a:t>
            </a:r>
          </a:p>
          <a:p>
            <a:pPr marL="1371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for(let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=0;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&lt;exponent;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++) result *= base;</a:t>
            </a:r>
          </a:p>
          <a:p>
            <a:pPr marL="1371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return result;</a:t>
            </a:r>
          </a:p>
          <a:p>
            <a:pPr marL="1371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marL="1371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1371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(power(3,3));</a:t>
            </a:r>
          </a:p>
          <a:p>
            <a:pPr marL="1371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(power(3));</a:t>
            </a:r>
            <a:br>
              <a:rPr lang="en-GB" sz="10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endParaRPr lang="en-GB" sz="10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●"/>
            </a:pPr>
            <a:r>
              <a:rPr lang="en-GB" dirty="0"/>
              <a:t>Recursion</a:t>
            </a:r>
            <a:endParaRPr lang="en-GB"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12065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     function power(base, exponent) {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1371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if(exponent == undefined) exponent = 2;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1371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if(exponent == 0) return 1;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1371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else return base * power(base, exponent - 1);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1371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136" name="Google Shape;136;p21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4800" y="550275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Hands-on Activity: exercises!</a:t>
            </a:r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body" idx="1"/>
          </p:nvPr>
        </p:nvSpPr>
        <p:spPr>
          <a:xfrm>
            <a:off x="202700" y="1619794"/>
            <a:ext cx="8818500" cy="45977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Write a JavaScript program to calculate the factorial of a number</a:t>
            </a: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Write a JavaScript program for binary search</a:t>
            </a: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Write a JavaScript function to check whether a value is an integer or not</a:t>
            </a: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Write a JavaScript function to calculate the sum of values in an array</a:t>
            </a: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Write a JavaScript program to sort a list of elements using Bubble sort</a:t>
            </a: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Write a JavaScript program to sort a list of elements using Quick sort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36550" algn="l" rtl="0">
              <a:spcBef>
                <a:spcPts val="1600"/>
              </a:spcBef>
              <a:spcAft>
                <a:spcPts val="0"/>
              </a:spcAft>
              <a:buSzPts val="1700"/>
              <a:buChar char="●"/>
            </a:pPr>
            <a:r>
              <a:rPr lang="en-GB" dirty="0">
                <a:highlight>
                  <a:srgbClr val="FFFF00"/>
                </a:highlight>
              </a:rPr>
              <a:t>Code: solutions1.docx</a:t>
            </a:r>
            <a:endParaRPr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High-order functions</a:t>
            </a:r>
            <a:endParaRPr/>
          </a:p>
        </p:txBody>
      </p:sp>
      <p:sp>
        <p:nvSpPr>
          <p:cNvPr id="148" name="Google Shape;148;p23"/>
          <p:cNvSpPr txBox="1">
            <a:spLocks noGrp="1"/>
          </p:cNvSpPr>
          <p:nvPr>
            <p:ph type="body" idx="1"/>
          </p:nvPr>
        </p:nvSpPr>
        <p:spPr>
          <a:xfrm>
            <a:off x="202700" y="1104350"/>
            <a:ext cx="8818500" cy="534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/>
              <a:t>Functions that operate on other functions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taking them as arguments, or returning theme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endParaRPr lang="en-GB" sz="10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Allow to </a:t>
            </a:r>
            <a:r>
              <a:rPr lang="en-GB" b="1" dirty="0"/>
              <a:t>abstract over actions</a:t>
            </a:r>
            <a:r>
              <a:rPr lang="en-GB" dirty="0"/>
              <a:t>, not just values</a:t>
            </a: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lang="en-GB" sz="10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Example:</a:t>
            </a:r>
          </a:p>
          <a:p>
            <a:pPr marL="120650" lvl="0" indent="0" algn="l" rtl="0"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function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greater_than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(n) {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return function(m) { return n&gt;m; };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8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greater_than_10 =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greater_than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(10);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(greater_than_10(7)); //true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(greater_than_10(11)); //false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greater_than_4 =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greater_than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(4);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(greater_than_4(3)); //true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(greater_than_4(5)); //false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900"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n is a parameter of the outer function, but because the inner function lives inside the environment of the outer one, it can use n</a:t>
            </a:r>
            <a:endParaRPr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the body of the inner function can access variables around it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lang="it-IT" sz="600" dirty="0"/>
          </a:p>
          <a:p>
            <a:r>
              <a:rPr lang="en-GB" dirty="0"/>
              <a:t>Other examples: filter, map, reduce</a:t>
            </a: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36550" algn="l" rtl="0">
              <a:spcBef>
                <a:spcPts val="160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Code: 01.Javascript-example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4572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149" name="Google Shape;149;p2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8400" y="542875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Filter, map, reduce</a:t>
            </a:r>
            <a:endParaRPr/>
          </a:p>
        </p:txBody>
      </p:sp>
      <p:sp>
        <p:nvSpPr>
          <p:cNvPr id="155" name="Google Shape;155;p24"/>
          <p:cNvSpPr txBox="1">
            <a:spLocks noGrp="1"/>
          </p:cNvSpPr>
          <p:nvPr>
            <p:ph type="body" idx="1"/>
          </p:nvPr>
        </p:nvSpPr>
        <p:spPr>
          <a:xfrm>
            <a:off x="460650" y="911868"/>
            <a:ext cx="8520600" cy="576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function </a:t>
            </a:r>
            <a:r>
              <a:rPr lang="en-GB" sz="11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filter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(array, test) {</a:t>
            </a:r>
            <a:endParaRPr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let passed = [];</a:t>
            </a:r>
            <a:endParaRPr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for(let 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=0; 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array.length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++)</a:t>
            </a:r>
            <a:endParaRPr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if(test(array[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])) 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passed.push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(array[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]);</a:t>
            </a:r>
            <a:endParaRPr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return passed;</a:t>
            </a:r>
            <a:endParaRPr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a=[2,3,5,6];</a:t>
            </a:r>
            <a:endParaRPr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test = function(x) { return x&gt;=5; }</a:t>
            </a:r>
            <a:endParaRPr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filtered = filter(a, test)</a:t>
            </a:r>
            <a:endParaRPr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(filtered);</a:t>
            </a:r>
            <a:endParaRPr sz="1100" dirty="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it-IT"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function </a:t>
            </a:r>
            <a:r>
              <a:rPr lang="en-GB" sz="11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map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(array, transform) {</a:t>
            </a:r>
            <a:endParaRPr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let mapped = [];</a:t>
            </a:r>
            <a:endParaRPr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for(let 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=0; 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array.length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++) 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mapped.push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(transform(array[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]));</a:t>
            </a:r>
            <a:endParaRPr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return mapped;</a:t>
            </a:r>
            <a:endParaRPr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a = ['3', '5', '6'];</a:t>
            </a:r>
            <a:endParaRPr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(a);</a:t>
            </a:r>
            <a:endParaRPr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transform = function(x) { return Number(x) }</a:t>
            </a:r>
            <a:endParaRPr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mapped = map(a, transform);</a:t>
            </a:r>
            <a:endParaRPr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(mapped);</a:t>
            </a:r>
            <a:endParaRPr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it-IT"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function </a:t>
            </a:r>
            <a:r>
              <a:rPr lang="en-GB" sz="11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reduce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(array, combine, start) {</a:t>
            </a:r>
            <a:endParaRPr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let current = start;</a:t>
            </a:r>
            <a:endParaRPr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for(let 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=0; 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array.length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++) current = combine(current, array[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]);</a:t>
            </a:r>
            <a:endParaRPr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return current;</a:t>
            </a:r>
            <a:endParaRPr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a = [3, 5, 6];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sum = function(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x,y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 return 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x+y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};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result = reduce(a, sum, 0);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(result);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9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9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9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sz="1600" dirty="0"/>
          </a:p>
        </p:txBody>
      </p:sp>
      <p:pic>
        <p:nvPicPr>
          <p:cNvPr id="156" name="Google Shape;156;p2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43141" y="574223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Objects</a:t>
            </a:r>
            <a:endParaRPr/>
          </a:p>
        </p:txBody>
      </p:sp>
      <p:sp>
        <p:nvSpPr>
          <p:cNvPr id="162" name="Google Shape;162;p25"/>
          <p:cNvSpPr txBox="1">
            <a:spLocks noGrp="1"/>
          </p:cNvSpPr>
          <p:nvPr>
            <p:ph type="body" idx="1"/>
          </p:nvPr>
        </p:nvSpPr>
        <p:spPr>
          <a:xfrm>
            <a:off x="202700" y="909568"/>
            <a:ext cx="8818500" cy="564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Arbitrary collections of properties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you can create object directly, </a:t>
            </a:r>
            <a:r>
              <a:rPr lang="en-GB" b="1" dirty="0"/>
              <a:t>without a class</a:t>
            </a:r>
            <a:r>
              <a:rPr lang="en-GB" dirty="0"/>
              <a:t>!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name = { list of properties separated by commas };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endParaRPr sz="8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Properties are specified by a name, a colon, and an expression </a:t>
            </a:r>
            <a:endParaRPr lang="en-GB" sz="1500" dirty="0"/>
          </a:p>
          <a:p>
            <a:pPr marL="120650" lvl="0" indent="0" algn="l" rtl="0"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sz="15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example = { name: 'example', values : [1,2,3], length: 3 }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(example);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8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Not compare objects with == (e.g. remember pointers...)</a:t>
            </a:r>
          </a:p>
          <a:p>
            <a:pPr marL="120650" lvl="0" indent="0" algn="l" rtl="0"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	let example1 = { name: 'example' }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example2 = { name: 'example' }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(example1 == example2); //false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8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Methods</a:t>
            </a:r>
          </a:p>
          <a:p>
            <a:pPr lvl="1">
              <a:spcBef>
                <a:spcPts val="0"/>
              </a:spcBef>
            </a:pPr>
            <a:r>
              <a:rPr lang="en-GB" dirty="0"/>
              <a:t>properties that hold function values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“this” (in the body of the function) points to the object</a:t>
            </a:r>
            <a:endParaRPr lang="en-GB" sz="1700" dirty="0"/>
          </a:p>
          <a:p>
            <a:pPr marL="590550" lvl="1" indent="0" algn="l" rtl="0"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example = {name: 'example', append: function(x){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this.name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this.name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+ ' ' + x;} }</a:t>
            </a:r>
          </a:p>
          <a:p>
            <a:pPr marL="590550" lvl="1" indent="0" algn="l" rtl="0"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(example);</a:t>
            </a:r>
          </a:p>
          <a:p>
            <a:pPr marL="590550" lvl="1" indent="0" algn="l" rtl="0"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example.append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('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pippo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’);</a:t>
            </a:r>
          </a:p>
          <a:p>
            <a:pPr marL="590550" lvl="1" indent="0" algn="l" rtl="0"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(example);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The </a:t>
            </a:r>
            <a:r>
              <a:rPr lang="en-GB" b="1" dirty="0"/>
              <a:t>Math object</a:t>
            </a:r>
            <a:r>
              <a:rPr lang="en-GB" dirty="0"/>
              <a:t>: a container to group a bunch of math related functionalities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The </a:t>
            </a:r>
            <a:r>
              <a:rPr lang="en-GB" b="1" dirty="0"/>
              <a:t>JSON object</a:t>
            </a:r>
            <a:r>
              <a:rPr lang="en-GB" dirty="0"/>
              <a:t>: </a:t>
            </a:r>
            <a:r>
              <a:rPr lang="en-GB" dirty="0" err="1"/>
              <a:t>stringify</a:t>
            </a:r>
            <a:r>
              <a:rPr lang="en-GB" dirty="0"/>
              <a:t>(), parse() to convert data from end to this format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>
                <a:highlight>
                  <a:srgbClr val="FFFF00"/>
                </a:highlight>
              </a:rPr>
              <a:t>Code: 01.Javascript-example.js</a:t>
            </a:r>
            <a:endParaRPr dirty="0">
              <a:highlight>
                <a:srgbClr val="FFFF00"/>
              </a:highlight>
            </a:endParaRPr>
          </a:p>
          <a:p>
            <a:pPr marL="457200" marR="0" lvl="0" indent="457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63" name="Google Shape;163;p25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61150" y="567825"/>
            <a:ext cx="296550" cy="25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5">
            <a:hlinkClick r:id="rId5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53459" y="5700891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Object-Oriented concepts</a:t>
            </a:r>
            <a:endParaRPr/>
          </a:p>
        </p:txBody>
      </p:sp>
      <p:sp>
        <p:nvSpPr>
          <p:cNvPr id="170" name="Google Shape;170;p26"/>
          <p:cNvSpPr txBox="1">
            <a:spLocks noGrp="1"/>
          </p:cNvSpPr>
          <p:nvPr>
            <p:ph type="body" idx="1"/>
          </p:nvPr>
        </p:nvSpPr>
        <p:spPr>
          <a:xfrm>
            <a:off x="195150" y="1065030"/>
            <a:ext cx="8818500" cy="54838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Factory</a:t>
            </a:r>
            <a:endParaRPr lang="en-GB" sz="1700" b="1"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to create more than just a single object</a:t>
            </a:r>
            <a:endParaRPr lang="en-GB" b="1" dirty="0"/>
          </a:p>
          <a:p>
            <a:pPr lvl="2" indent="-323850">
              <a:spcBef>
                <a:spcPts val="0"/>
              </a:spcBef>
              <a:buSzPts val="1500"/>
              <a:buChar char="○"/>
            </a:pPr>
            <a:r>
              <a:rPr lang="en-GB" dirty="0"/>
              <a:t>like classes in OOP languages</a:t>
            </a:r>
          </a:p>
          <a:p>
            <a:pPr lvl="1">
              <a:spcBef>
                <a:spcPts val="0"/>
              </a:spcBef>
            </a:pPr>
            <a:r>
              <a:rPr lang="en-GB" dirty="0"/>
              <a:t>it is simply a function called with the </a:t>
            </a:r>
            <a:r>
              <a:rPr lang="en-GB" b="1" dirty="0"/>
              <a:t>new</a:t>
            </a:r>
            <a:r>
              <a:rPr lang="en-GB" dirty="0"/>
              <a:t> keyword</a:t>
            </a:r>
          </a:p>
          <a:p>
            <a:pPr marL="590550" lvl="1" indent="0">
              <a:spcBef>
                <a:spcPts val="0"/>
              </a:spcBef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function Person(first, last, age) {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this.firstName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first;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this.lastName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last;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this.age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age;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myFather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new Person("John", "Doe", 50);</a:t>
            </a:r>
          </a:p>
          <a:p>
            <a:pPr marL="4572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 b="1" dirty="0"/>
              <a:t>Prototypes</a:t>
            </a:r>
            <a:endParaRPr sz="1700" b="1"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to add new properties (or methods) to all existing objects of a given type</a:t>
            </a:r>
            <a:endParaRPr lang="en-GB" sz="1700" b="1" dirty="0"/>
          </a:p>
          <a:p>
            <a:pPr marL="590550" marR="0" lvl="1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-GB" sz="17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Person.prototype.nationality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"English";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Person.prototype.name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function() {return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this.firstName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+ " " +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this.lastName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;};</a:t>
            </a:r>
          </a:p>
          <a:p>
            <a:pPr marL="4572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Getters and Setters</a:t>
            </a:r>
            <a:endParaRPr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specify properties that look like normal properties but secretly have set/get</a:t>
            </a:r>
          </a:p>
          <a:p>
            <a:pPr marL="590550" lvl="1" indent="0" algn="l" rtl="0"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function Container(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val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){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let secret =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val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this.__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defineGetter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__("secret", function(){ return secret; });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this.__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defineSetter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__("secret", function(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val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){ secret =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val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});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test = new Container(35);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350" dirty="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171" name="Google Shape;171;p26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8806" y="1200495"/>
            <a:ext cx="296550" cy="25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6">
            <a:hlinkClick r:id="rId5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05025" y="3524799"/>
            <a:ext cx="296550" cy="25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6">
            <a:hlinkClick r:id="rId6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06804" y="4730865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Factory vs Prototypes</a:t>
            </a:r>
            <a:endParaRPr/>
          </a:p>
        </p:txBody>
      </p:sp>
      <p:sp>
        <p:nvSpPr>
          <p:cNvPr id="179" name="Google Shape;179;p27"/>
          <p:cNvSpPr txBox="1">
            <a:spLocks noGrp="1"/>
          </p:cNvSpPr>
          <p:nvPr>
            <p:ph type="body" idx="1"/>
          </p:nvPr>
        </p:nvSpPr>
        <p:spPr>
          <a:xfrm>
            <a:off x="217775" y="1167823"/>
            <a:ext cx="8818500" cy="52776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Problem with factory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every object has its own instance of functions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wastage of memory </a:t>
            </a:r>
            <a:endParaRPr lang="en-GB" sz="1700" dirty="0"/>
          </a:p>
          <a:p>
            <a:pPr marL="590550" lvl="1" indent="0" algn="l" rtl="0"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function </a:t>
            </a:r>
            <a:r>
              <a:rPr lang="en-GB" sz="1200" dirty="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Person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firstName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lastName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this.firstName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firstName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this.lastName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lastName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this.fullName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function() { return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this.firstName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+ " " +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this.lastName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}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}</a:t>
            </a: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let person1 = new Person("Paolo", "Rossi");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let person2 = new Person("Giovanni", "Bianchi");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Problem with the prototype</a:t>
            </a:r>
            <a:endParaRPr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modifying a property using one object reflects the other object also</a:t>
            </a:r>
            <a:endParaRPr lang="en-GB" sz="1700" dirty="0"/>
          </a:p>
          <a:p>
            <a:pPr marL="133350" indent="0">
              <a:buSzPts val="1500"/>
              <a:buNone/>
            </a:pPr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cs typeface="Courier New"/>
                <a:sym typeface="Courier New"/>
              </a:rPr>
              <a:t>     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cs typeface="Courier New"/>
                <a:sym typeface="Courier New"/>
              </a:rPr>
              <a:t>function Person(){ }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cs typeface="Courier New"/>
                <a:sym typeface="Courier New"/>
              </a:rPr>
              <a:t> 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cs typeface="Courier New"/>
                <a:sym typeface="Courier New"/>
              </a:rPr>
              <a:t>Person.prototype.name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cs typeface="Courier New"/>
                <a:sym typeface="Courier New"/>
              </a:rPr>
              <a:t> = "Riccardo" 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cs typeface="Courier New"/>
                <a:sym typeface="Courier New"/>
              </a:rPr>
              <a:t> 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cs typeface="Courier New"/>
                <a:sym typeface="Courier New"/>
              </a:rPr>
              <a:t>Person.prototype.friends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cs typeface="Courier New"/>
                <a:sym typeface="Courier New"/>
              </a:rPr>
              <a:t> = ['Paolo', 'Giovanni’]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cs typeface="Courier New"/>
                <a:sym typeface="Courier New"/>
              </a:rPr>
              <a:t>  let person1 = new Person();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cs typeface="Courier New"/>
                <a:sym typeface="Courier New"/>
              </a:rPr>
              <a:t>  let person2 = new Person();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cs typeface="Courier New"/>
                <a:sym typeface="Courier New"/>
              </a:rPr>
              <a:t>  person1.friends.push("Francesco");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cs typeface="Courier New"/>
                <a:sym typeface="Courier New"/>
              </a:rPr>
              <a:t> 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cs typeface="Courier New"/>
                <a:sym typeface="Courier New"/>
              </a:rPr>
              <a:t>(person1.friends); // Output: "Paolo, Giovanni, Francesco"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cs typeface="Courier New"/>
                <a:sym typeface="Courier New"/>
              </a:rPr>
              <a:t> 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cs typeface="Courier New"/>
                <a:sym typeface="Courier New"/>
              </a:rPr>
              <a:t>(person2.friends); // Output: "Paolo, Giovanni, Francesco"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Define object specific properties inside the factory and shared properties and methods inside the prototype!</a:t>
            </a:r>
            <a:endParaRPr dirty="0"/>
          </a:p>
          <a:p>
            <a:pPr marL="0" lvl="0" indent="0" algn="l" rtl="0">
              <a:lnSpc>
                <a:spcPct val="166666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900" dirty="0">
              <a:solidFill>
                <a:srgbClr val="24292E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900" dirty="0">
              <a:solidFill>
                <a:srgbClr val="24292E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180" name="Google Shape;180;p27"/>
          <p:cNvPicPr preferRelativeResize="0"/>
          <p:nvPr/>
        </p:nvPicPr>
        <p:blipFill rotWithShape="1">
          <a:blip r:embed="rId3">
            <a:alphaModFix/>
          </a:blip>
          <a:srcRect r="41376"/>
          <a:stretch/>
        </p:blipFill>
        <p:spPr>
          <a:xfrm>
            <a:off x="5880818" y="1195758"/>
            <a:ext cx="2524626" cy="127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7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61800" y="567950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8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Classes</a:t>
            </a:r>
            <a:endParaRPr/>
          </a:p>
        </p:txBody>
      </p:sp>
      <p:sp>
        <p:nvSpPr>
          <p:cNvPr id="187" name="Google Shape;187;p28"/>
          <p:cNvSpPr txBox="1">
            <a:spLocks noGrp="1"/>
          </p:cNvSpPr>
          <p:nvPr>
            <p:ph type="body" idx="1"/>
          </p:nvPr>
        </p:nvSpPr>
        <p:spPr>
          <a:xfrm>
            <a:off x="217775" y="964725"/>
            <a:ext cx="8818500" cy="575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ES6 introduced classes</a:t>
            </a:r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Like a factory, but it use the keyword </a:t>
            </a:r>
            <a:r>
              <a:rPr lang="en-GB" b="1" dirty="0"/>
              <a:t>class</a:t>
            </a:r>
            <a:endParaRPr lang="en-GB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properties are assigned inside a constructor() method</a:t>
            </a:r>
          </a:p>
          <a:p>
            <a:pPr lvl="2" indent="-323850">
              <a:spcBef>
                <a:spcPts val="0"/>
              </a:spcBef>
              <a:buSzPts val="1500"/>
              <a:buChar char="○"/>
            </a:pPr>
            <a:r>
              <a:rPr lang="en-GB" dirty="0"/>
              <a:t>it is called automatically when a class is initiated</a:t>
            </a:r>
          </a:p>
          <a:p>
            <a:pPr lvl="1">
              <a:spcBef>
                <a:spcPts val="0"/>
              </a:spcBef>
            </a:pPr>
            <a:r>
              <a:rPr lang="en-GB" dirty="0"/>
              <a:t>we can make our own methods </a:t>
            </a:r>
          </a:p>
          <a:p>
            <a:pPr lvl="1">
              <a:spcBef>
                <a:spcPts val="0"/>
              </a:spcBef>
            </a:pPr>
            <a:r>
              <a:rPr lang="en-GB" dirty="0"/>
              <a:t>we can create “static” methods</a:t>
            </a:r>
          </a:p>
          <a:p>
            <a:pPr lvl="2">
              <a:spcBef>
                <a:spcPts val="0"/>
              </a:spcBef>
            </a:pPr>
            <a:r>
              <a:rPr lang="en-GB" dirty="0"/>
              <a:t>cannot be called on the object, but on the class</a:t>
            </a:r>
            <a:endParaRPr lang="en-GB" sz="1700" dirty="0"/>
          </a:p>
          <a:p>
            <a:pPr marL="596900" lvl="1" indent="0">
              <a:spcBef>
                <a:spcPts val="0"/>
              </a:spcBef>
              <a:buNone/>
            </a:pPr>
            <a:r>
              <a:rPr lang="en-GB" sz="13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class Car {</a:t>
            </a:r>
            <a:endParaRPr sz="13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constructor(brand) {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this.carname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brand; }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present() { return "I have a " +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this.carname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}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static hello() { return "Hello!!"; }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mycar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new Car("Ford");</a:t>
            </a:r>
            <a:b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mycar.present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b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mycar.hello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 //ERROR</a:t>
            </a:r>
            <a:b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Car.hello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298450" algn="l" rtl="0">
              <a:spcBef>
                <a:spcPts val="16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 sz="1700" dirty="0"/>
              <a:t>We have inheritance, using the “extends” keyword</a:t>
            </a:r>
            <a:br>
              <a:rPr lang="en-GB" dirty="0"/>
            </a:b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 Model extends Car {</a:t>
            </a:r>
            <a:b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constructor(brand, mod) {</a:t>
            </a:r>
            <a:b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super(brand);</a:t>
            </a:r>
            <a:b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this.model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mod;</a:t>
            </a:r>
            <a:b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b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show() { return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this.present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 + ', it is a ' +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this.model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}}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188" name="Google Shape;188;p28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8025" y="560450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9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Classes</a:t>
            </a:r>
            <a:endParaRPr/>
          </a:p>
        </p:txBody>
      </p:sp>
      <p:sp>
        <p:nvSpPr>
          <p:cNvPr id="194" name="Google Shape;194;p29"/>
          <p:cNvSpPr txBox="1">
            <a:spLocks noGrp="1"/>
          </p:cNvSpPr>
          <p:nvPr>
            <p:ph type="body" idx="1"/>
          </p:nvPr>
        </p:nvSpPr>
        <p:spPr>
          <a:xfrm>
            <a:off x="162750" y="1112771"/>
            <a:ext cx="8818500" cy="44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dirty="0"/>
              <a:t>Classes also allows us to use getters and setters</a:t>
            </a:r>
            <a:endParaRPr dirty="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-GB" dirty="0"/>
              <a:t>use the </a:t>
            </a:r>
            <a:r>
              <a:rPr lang="en-GB" b="1" dirty="0"/>
              <a:t>get</a:t>
            </a:r>
            <a:r>
              <a:rPr lang="en-GB" dirty="0"/>
              <a:t> and </a:t>
            </a:r>
            <a:r>
              <a:rPr lang="en-GB" b="1" dirty="0"/>
              <a:t>set</a:t>
            </a:r>
            <a:r>
              <a:rPr lang="en-GB" dirty="0"/>
              <a:t> keywords </a:t>
            </a:r>
            <a:endParaRPr dirty="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-GB" dirty="0"/>
              <a:t>names of getter/setter method cannot be the same as the name of the property (many use the _ before property name)</a:t>
            </a:r>
            <a:endParaRPr dirty="0"/>
          </a:p>
          <a:p>
            <a:pPr marL="0" marR="0" lvl="0" indent="457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 Car {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constructor(brand) { this._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carname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brand; }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get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carname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 { return this._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carname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}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set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carname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(x) { this._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carname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x; }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Polymorphism</a:t>
            </a:r>
            <a:endParaRPr/>
          </a:p>
        </p:txBody>
      </p:sp>
      <p:sp>
        <p:nvSpPr>
          <p:cNvPr id="200" name="Google Shape;200;p30"/>
          <p:cNvSpPr txBox="1">
            <a:spLocks noGrp="1"/>
          </p:cNvSpPr>
          <p:nvPr>
            <p:ph type="body" idx="1"/>
          </p:nvPr>
        </p:nvSpPr>
        <p:spPr>
          <a:xfrm>
            <a:off x="162750" y="1154129"/>
            <a:ext cx="8818500" cy="545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●"/>
            </a:pPr>
            <a:r>
              <a:rPr lang="en-GB" dirty="0"/>
              <a:t>When a piece of code is written to work with objects that have a certain interface any kind of object that happens to support this interface can be plugged into the code, and it will just work</a:t>
            </a:r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●"/>
            </a:pPr>
            <a:endParaRPr sz="800" dirty="0"/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●"/>
            </a:pPr>
            <a:r>
              <a:rPr lang="en-GB" dirty="0"/>
              <a:t>Polymorphism without inheritance!</a:t>
            </a:r>
            <a:endParaRPr dirty="0"/>
          </a:p>
          <a:p>
            <a:pPr marL="0" marR="0" lvl="0" indent="457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function Person(age) {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this.age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age;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this.getInfo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function() { return "I am " +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this.age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+ " years old "; };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8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function Employee(age, salary){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this.salary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salary;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this.age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age;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this.getInfo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function() { 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 "I am " +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this.age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+ " years old and earns " +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this.salary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8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The method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getInfo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 to be executed depend on the object that '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obj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 refer to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function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showInfo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obj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obj.getInfo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()); }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8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person = new Person(50);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employee = new Employee(43, 50000);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8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showInfo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(person);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showInfo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(employee);</a:t>
            </a:r>
            <a:endParaRPr sz="1200" dirty="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201" name="Google Shape;201;p30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74985" y="586940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2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Closures</a:t>
            </a:r>
            <a:endParaRPr/>
          </a:p>
        </p:txBody>
      </p:sp>
      <p:sp>
        <p:nvSpPr>
          <p:cNvPr id="213" name="Google Shape;213;p32"/>
          <p:cNvSpPr txBox="1">
            <a:spLocks noGrp="1"/>
          </p:cNvSpPr>
          <p:nvPr>
            <p:ph type="body" idx="1"/>
          </p:nvPr>
        </p:nvSpPr>
        <p:spPr>
          <a:xfrm>
            <a:off x="202700" y="1104350"/>
            <a:ext cx="8818500" cy="554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What happens to variables when the function that create them is no longer active?</a:t>
            </a:r>
            <a:endParaRPr dirty="0"/>
          </a:p>
          <a:p>
            <a:pPr marL="0" marR="0" lvl="0" indent="457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function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wrapValue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(n) {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let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localVariable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n;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return function() { return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localVariable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};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wrap1 =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wrapValue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(1);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wrap2 =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wrapValue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(2);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(wrap1());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(wrap2());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The feature of being able to reference an instance of a local variable also when it is called outside its scope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it’s a very powerful and modern programming style (</a:t>
            </a:r>
            <a:r>
              <a:rPr lang="en-GB" b="1" dirty="0"/>
              <a:t>functional</a:t>
            </a:r>
            <a:r>
              <a:rPr lang="en-GB" dirty="0"/>
              <a:t>)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Think of it as </a:t>
            </a:r>
            <a:r>
              <a:rPr lang="en-GB" b="1" dirty="0"/>
              <a:t>an handle to a piece of computation, frozen for later use</a:t>
            </a:r>
          </a:p>
          <a:p>
            <a:pPr marL="120650" lvl="0" indent="0" algn="l" rtl="0"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sz="12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function multiplier(factor) {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return function(number) { return number * factor; };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twice = multiplier(2);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(twice(5));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214" name="Google Shape;214;p32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63125" y="550275"/>
            <a:ext cx="296550" cy="25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magine 2" descr="Immagine che contiene testo, kit da pronto soccorso&#10;&#10;Descrizione generata automaticamente">
            <a:extLst>
              <a:ext uri="{FF2B5EF4-FFF2-40B4-BE49-F238E27FC236}">
                <a16:creationId xmlns:a16="http://schemas.microsoft.com/office/drawing/2014/main" id="{B5113C0C-9368-1A40-9C7A-3518DA9FFE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2618098"/>
            <a:ext cx="4233458" cy="125780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3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Lambda and Arrow Functions</a:t>
            </a:r>
            <a:endParaRPr/>
          </a:p>
        </p:txBody>
      </p:sp>
      <p:sp>
        <p:nvSpPr>
          <p:cNvPr id="220" name="Google Shape;220;p33"/>
          <p:cNvSpPr txBox="1">
            <a:spLocks noGrp="1"/>
          </p:cNvSpPr>
          <p:nvPr>
            <p:ph type="body" idx="1"/>
          </p:nvPr>
        </p:nvSpPr>
        <p:spPr>
          <a:xfrm>
            <a:off x="228826" y="1252396"/>
            <a:ext cx="8818500" cy="50641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Expressions that create functions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really important for programming languages that support first-class functions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In JavaScript pre-ES6 we have only </a:t>
            </a:r>
            <a:r>
              <a:rPr lang="en-GB" b="1" dirty="0"/>
              <a:t>anonymous functions</a:t>
            </a:r>
            <a:r>
              <a:rPr lang="en-GB" dirty="0"/>
              <a:t> </a:t>
            </a:r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functions without a name)</a:t>
            </a:r>
            <a:endParaRPr lang="en-GB" sz="1700"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anon = function (a, b) { return a + b };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ES6 introduces </a:t>
            </a:r>
            <a:r>
              <a:rPr lang="en-GB" b="1" dirty="0"/>
              <a:t>lambda (or arrow) functions</a:t>
            </a:r>
            <a:r>
              <a:rPr lang="en-GB" dirty="0"/>
              <a:t> with a more flexible syntax</a:t>
            </a:r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anon = (a, b) =&gt; a + b;</a:t>
            </a:r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anon = (a, b) =&gt; { return a + b };</a:t>
            </a:r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[1,2,3,4].filter(function (value) {return value % 2 === 0});</a:t>
            </a:r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[1,2,3,4].filter(value =&gt; value % 2 === 0);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In general:</a:t>
            </a:r>
            <a:endParaRPr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if there are 0 parameters, arrow functions use empty parenthesis</a:t>
            </a:r>
            <a:endParaRPr dirty="0"/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 =&gt; { statements }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if there is 1 parameter, arrow functions can omit the parenthesis</a:t>
            </a:r>
            <a:endParaRPr dirty="0"/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parameter =&gt; { statements }</a:t>
            </a:r>
            <a:endParaRPr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if there are 2+ parameters, parameters go inside parenthesis</a:t>
            </a:r>
            <a:endParaRPr dirty="0"/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(param1, param2, ...) =&gt; { statements }</a:t>
            </a:r>
            <a:endParaRPr dirty="0"/>
          </a:p>
        </p:txBody>
      </p:sp>
      <p:pic>
        <p:nvPicPr>
          <p:cNvPr id="221" name="Google Shape;221;p3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14075" y="541500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4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Programming Paradigms</a:t>
            </a:r>
            <a:endParaRPr/>
          </a:p>
        </p:txBody>
      </p:sp>
      <p:sp>
        <p:nvSpPr>
          <p:cNvPr id="227" name="Google Shape;227;p34"/>
          <p:cNvSpPr txBox="1">
            <a:spLocks noGrp="1"/>
          </p:cNvSpPr>
          <p:nvPr>
            <p:ph type="body" idx="1"/>
          </p:nvPr>
        </p:nvSpPr>
        <p:spPr>
          <a:xfrm>
            <a:off x="293550" y="1376262"/>
            <a:ext cx="8818500" cy="475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Procedural Programming</a:t>
            </a:r>
            <a:r>
              <a:rPr lang="en-GB" dirty="0"/>
              <a:t> 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based upon the concept of the </a:t>
            </a:r>
            <a:r>
              <a:rPr lang="en-GB" b="1" dirty="0"/>
              <a:t>procedure call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simply contain a series of computational steps to be carried out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C language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endParaRPr dirty="0"/>
          </a:p>
          <a:p>
            <a:pPr marL="457200" lvl="0" indent="-336550" algn="l" rtl="0">
              <a:spcBef>
                <a:spcPts val="160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Object Oriented Programming</a:t>
            </a:r>
            <a:r>
              <a:rPr lang="en-GB" dirty="0"/>
              <a:t> 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based on the concept of </a:t>
            </a:r>
            <a:r>
              <a:rPr lang="en-GB" b="1" dirty="0"/>
              <a:t>objects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contains data (attributes) and procedures (methods)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C++, Java, C# languages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endParaRPr dirty="0"/>
          </a:p>
          <a:p>
            <a:pPr marL="457200" lvl="0" indent="-336550" algn="l" rtl="0">
              <a:spcBef>
                <a:spcPts val="160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Functional Programming</a:t>
            </a:r>
            <a:r>
              <a:rPr lang="en-GB" dirty="0"/>
              <a:t> 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treats computation as the </a:t>
            </a:r>
            <a:r>
              <a:rPr lang="en-GB" b="1" dirty="0"/>
              <a:t>evaluation of mathematical functions</a:t>
            </a:r>
            <a:r>
              <a:rPr lang="en-GB" dirty="0"/>
              <a:t> 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avoiding changing-state and mutable data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it emphasizes the </a:t>
            </a:r>
            <a:r>
              <a:rPr lang="en-GB" b="1" dirty="0"/>
              <a:t>application of functions</a:t>
            </a:r>
            <a:r>
              <a:rPr lang="en-GB" dirty="0"/>
              <a:t>, in contrast to the changes in state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Scala, F#, JS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228" name="Google Shape;228;p3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2800" y="550275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Imperative vs Declarative Patterns </a:t>
            </a:r>
            <a:endParaRPr/>
          </a:p>
        </p:txBody>
      </p:sp>
      <p:sp>
        <p:nvSpPr>
          <p:cNvPr id="234" name="Google Shape;234;p35"/>
          <p:cNvSpPr txBox="1">
            <a:spLocks noGrp="1"/>
          </p:cNvSpPr>
          <p:nvPr>
            <p:ph type="body" idx="1"/>
          </p:nvPr>
        </p:nvSpPr>
        <p:spPr>
          <a:xfrm>
            <a:off x="212100" y="1043725"/>
            <a:ext cx="8818500" cy="561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Imperative Pattern</a:t>
            </a:r>
            <a:r>
              <a:rPr lang="en-GB" dirty="0"/>
              <a:t> 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focuses on describing </a:t>
            </a:r>
            <a:r>
              <a:rPr lang="en-GB" b="1" dirty="0"/>
              <a:t>how a program operates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consists of commands for the computer to perform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Declarative Pattern</a:t>
            </a:r>
            <a:r>
              <a:rPr lang="en-GB" dirty="0"/>
              <a:t> 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focuses on </a:t>
            </a:r>
            <a:r>
              <a:rPr lang="en-GB" b="1" dirty="0"/>
              <a:t>what the program should accomplish</a:t>
            </a:r>
            <a:r>
              <a:rPr lang="en-GB" dirty="0"/>
              <a:t> 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without specifying how the program should achieve the result</a:t>
            </a:r>
            <a:endParaRPr dirty="0"/>
          </a:p>
          <a:p>
            <a:pPr marL="0" marR="0" lvl="0" indent="457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books = [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{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name:'JavaScript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', pages:450 },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{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name:'Angular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', pages:902 },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{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name:'Node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', pages:732 }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Imperative Pattern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 (let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0;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books.length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++) {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books[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lastRead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new Date();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Declarative Pattern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books.map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((book) =&gt; {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book.lastRead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new Date();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return book;</a:t>
            </a:r>
            <a:endParaRPr sz="12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sz="10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Functional programming follows declarative pattern</a:t>
            </a:r>
            <a:endParaRPr dirty="0"/>
          </a:p>
          <a:p>
            <a:pPr marL="4572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Javascript: more...</a:t>
            </a:r>
            <a:endParaRPr/>
          </a:p>
        </p:txBody>
      </p:sp>
      <p:sp>
        <p:nvSpPr>
          <p:cNvPr id="240" name="Google Shape;240;p36"/>
          <p:cNvSpPr txBox="1">
            <a:spLocks noGrp="1"/>
          </p:cNvSpPr>
          <p:nvPr>
            <p:ph type="body" idx="1"/>
          </p:nvPr>
        </p:nvSpPr>
        <p:spPr>
          <a:xfrm>
            <a:off x="202700" y="1104350"/>
            <a:ext cx="8818500" cy="51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Complete example: linked list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>
                <a:highlight>
                  <a:srgbClr val="FFFF00"/>
                </a:highlight>
              </a:rPr>
              <a:t>Code: 02.LinkedList.js</a:t>
            </a:r>
            <a:endParaRPr dirty="0">
              <a:highlight>
                <a:srgbClr val="FFFF00"/>
              </a:highlight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36550" algn="l" rtl="0">
              <a:spcBef>
                <a:spcPts val="160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Exception handling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Regular Expressions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Modules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Talking with the Browser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HTML tag &lt;script&gt;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DOM (Document Object Model)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Handling events (we introduce it with NodeJS)</a:t>
            </a:r>
            <a:endParaRPr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 err="1"/>
              <a:t>EventListener</a:t>
            </a:r>
            <a:r>
              <a:rPr lang="en-GB" dirty="0"/>
              <a:t>, events (</a:t>
            </a:r>
            <a:r>
              <a:rPr lang="en-GB" dirty="0" err="1"/>
              <a:t>keydown</a:t>
            </a:r>
            <a:r>
              <a:rPr lang="en-GB" dirty="0"/>
              <a:t>, </a:t>
            </a:r>
            <a:r>
              <a:rPr lang="en-GB" dirty="0" err="1"/>
              <a:t>keyup</a:t>
            </a:r>
            <a:r>
              <a:rPr lang="en-GB" dirty="0"/>
              <a:t>, click, </a:t>
            </a:r>
            <a:r>
              <a:rPr lang="en-GB" dirty="0" err="1"/>
              <a:t>mousedown</a:t>
            </a:r>
            <a:r>
              <a:rPr lang="en-GB" dirty="0"/>
              <a:t>, etc.)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Timers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Forms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...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Hands-on Activity: exercises!</a:t>
            </a:r>
            <a:endParaRPr/>
          </a:p>
        </p:txBody>
      </p:sp>
      <p:sp>
        <p:nvSpPr>
          <p:cNvPr id="207" name="Google Shape;207;p31"/>
          <p:cNvSpPr txBox="1">
            <a:spLocks noGrp="1"/>
          </p:cNvSpPr>
          <p:nvPr>
            <p:ph type="body" idx="1"/>
          </p:nvPr>
        </p:nvSpPr>
        <p:spPr>
          <a:xfrm>
            <a:off x="202700" y="1104350"/>
            <a:ext cx="8818500" cy="54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Write a JavaScript program to list the properties of a JavaScript object</a:t>
            </a: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Write a JavaScript program to and a property and delete another property from an object. Print the object before or after deleting the property.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lang="en-GB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Write a JavaScript program to display the reading status (i.e. display book name, author name and reading status) of a set of books.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lang="en-GB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Write a JavaScript program to get the volume of a Cylinder with four decimal places using object classes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lang="en-GB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Write a JavaScript program to calculate the area and perimeter of a circle. Create two methods to calculate the area and perimeter. The radius of the circle will be supplied by the user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600" dirty="0"/>
          </a:p>
          <a:p>
            <a:pPr marL="457200" lvl="0" indent="-336550" algn="l" rtl="0">
              <a:spcBef>
                <a:spcPts val="1600"/>
              </a:spcBef>
              <a:spcAft>
                <a:spcPts val="0"/>
              </a:spcAft>
              <a:buSzPts val="1700"/>
              <a:buChar char="●"/>
            </a:pPr>
            <a:r>
              <a:rPr lang="en-GB" dirty="0">
                <a:highlight>
                  <a:srgbClr val="FFFF00"/>
                </a:highlight>
              </a:rPr>
              <a:t>Code: solutions2.docx</a:t>
            </a:r>
            <a:endParaRPr dirty="0">
              <a:highlight>
                <a:srgbClr val="FFFF00"/>
              </a:highlight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635</TotalTime>
  <Words>3492</Words>
  <Application>Microsoft Macintosh PowerPoint</Application>
  <PresentationFormat>Presentazione su schermo (4:3)</PresentationFormat>
  <Paragraphs>495</Paragraphs>
  <Slides>24</Slides>
  <Notes>24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24</vt:i4>
      </vt:variant>
    </vt:vector>
  </HeadingPairs>
  <TitlesOfParts>
    <vt:vector size="30" baseType="lpstr">
      <vt:lpstr>Arial</vt:lpstr>
      <vt:lpstr>Economica</vt:lpstr>
      <vt:lpstr>Open Sans</vt:lpstr>
      <vt:lpstr>Consolas</vt:lpstr>
      <vt:lpstr>Courier New</vt:lpstr>
      <vt:lpstr>Luxe</vt:lpstr>
      <vt:lpstr>JavaScript</vt:lpstr>
      <vt:lpstr>Introduction</vt:lpstr>
      <vt:lpstr>Variables and functions</vt:lpstr>
      <vt:lpstr>Equality</vt:lpstr>
      <vt:lpstr>Const, let and var</vt:lpstr>
      <vt:lpstr>Array</vt:lpstr>
      <vt:lpstr>Strings</vt:lpstr>
      <vt:lpstr>Pass-by-value or pass-by-reference?</vt:lpstr>
      <vt:lpstr>Optional args and Recursion</vt:lpstr>
      <vt:lpstr>Hands-on Activity: exercises!</vt:lpstr>
      <vt:lpstr>High-order functions</vt:lpstr>
      <vt:lpstr>Filter, map, reduce</vt:lpstr>
      <vt:lpstr>Objects</vt:lpstr>
      <vt:lpstr>Object-Oriented concepts</vt:lpstr>
      <vt:lpstr>Factory vs Prototypes</vt:lpstr>
      <vt:lpstr>Classes</vt:lpstr>
      <vt:lpstr>Classes</vt:lpstr>
      <vt:lpstr>Polymorphism</vt:lpstr>
      <vt:lpstr>Closures</vt:lpstr>
      <vt:lpstr>Lambda and Arrow Functions</vt:lpstr>
      <vt:lpstr>Programming Paradigms</vt:lpstr>
      <vt:lpstr>Imperative vs Declarative Patterns </vt:lpstr>
      <vt:lpstr>Javascript: more...</vt:lpstr>
      <vt:lpstr>Hands-on Activity: exercises!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</dc:title>
  <cp:lastModifiedBy>Riccardo Berta</cp:lastModifiedBy>
  <cp:revision>4</cp:revision>
  <dcterms:modified xsi:type="dcterms:W3CDTF">2023-03-22T11:37:56Z</dcterms:modified>
</cp:coreProperties>
</file>