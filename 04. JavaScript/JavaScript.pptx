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74" r:id="rId25"/>
  </p:sldIdLst>
  <p:sldSz cx="9144000" cy="6858000" type="screen4x3"/>
  <p:notesSz cx="6858000" cy="9144000"/>
  <p:embeddedFontLs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Economica" panose="02000506040000020004" pitchFamily="2" charset="77"/>
      <p:regular r:id="rId31"/>
      <p:bold r:id="rId32"/>
      <p:italic r:id="rId33"/>
      <p:boldItalic r:id="rId34"/>
    </p:embeddedFont>
    <p:embeddedFont>
      <p:font typeface="Open Sans" panose="020B0606030504020204" pitchFamily="34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A4F2B9-5ABC-2443-A920-7D4C1CF4E6C8}" v="2" dt="2023-03-16T14:20:41.5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10"/>
    <p:restoredTop sz="94830"/>
  </p:normalViewPr>
  <p:slideViewPr>
    <p:cSldViewPr snapToGrid="0" snapToObjects="1">
      <p:cViewPr varScale="1">
        <p:scale>
          <a:sx n="121" d="100"/>
          <a:sy n="121" d="100"/>
        </p:scale>
        <p:origin x="11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A7A4F2B9-5ABC-2443-A920-7D4C1CF4E6C8}"/>
    <pc:docChg chg="modSld sldOrd">
      <pc:chgData name="Riccardo Berta" userId="c8694f89-bba4-4576-b0a8-456619ca5a8c" providerId="ADAL" clId="{A7A4F2B9-5ABC-2443-A920-7D4C1CF4E6C8}" dt="2023-03-22T11:37:46.474" v="10" actId="20578"/>
      <pc:docMkLst>
        <pc:docMk/>
      </pc:docMkLst>
      <pc:sldChg chg="modSp mod">
        <pc:chgData name="Riccardo Berta" userId="c8694f89-bba4-4576-b0a8-456619ca5a8c" providerId="ADAL" clId="{A7A4F2B9-5ABC-2443-A920-7D4C1CF4E6C8}" dt="2023-03-16T13:49:54.749" v="0" actId="1076"/>
        <pc:sldMkLst>
          <pc:docMk/>
          <pc:sldMk cId="0" sldId="257"/>
        </pc:sldMkLst>
        <pc:picChg chg="mod">
          <ac:chgData name="Riccardo Berta" userId="c8694f89-bba4-4576-b0a8-456619ca5a8c" providerId="ADAL" clId="{A7A4F2B9-5ABC-2443-A920-7D4C1CF4E6C8}" dt="2023-03-16T13:49:54.749" v="0" actId="1076"/>
          <ac:picMkLst>
            <pc:docMk/>
            <pc:sldMk cId="0" sldId="257"/>
            <ac:picMk id="87" creationId="{00000000-0000-0000-0000-000000000000}"/>
          </ac:picMkLst>
        </pc:picChg>
      </pc:sldChg>
      <pc:sldChg chg="modSp">
        <pc:chgData name="Riccardo Berta" userId="c8694f89-bba4-4576-b0a8-456619ca5a8c" providerId="ADAL" clId="{A7A4F2B9-5ABC-2443-A920-7D4C1CF4E6C8}" dt="2023-03-16T14:20:38.129" v="1" actId="20578"/>
        <pc:sldMkLst>
          <pc:docMk/>
          <pc:sldMk cId="0" sldId="262"/>
        </pc:sldMkLst>
        <pc:spChg chg="mod">
          <ac:chgData name="Riccardo Berta" userId="c8694f89-bba4-4576-b0a8-456619ca5a8c" providerId="ADAL" clId="{A7A4F2B9-5ABC-2443-A920-7D4C1CF4E6C8}" dt="2023-03-16T14:20:38.129" v="1" actId="20578"/>
          <ac:spMkLst>
            <pc:docMk/>
            <pc:sldMk cId="0" sldId="262"/>
            <ac:spMk id="122" creationId="{00000000-0000-0000-0000-000000000000}"/>
          </ac:spMkLst>
        </pc:spChg>
      </pc:sldChg>
      <pc:sldChg chg="modSp mod">
        <pc:chgData name="Riccardo Berta" userId="c8694f89-bba4-4576-b0a8-456619ca5a8c" providerId="ADAL" clId="{A7A4F2B9-5ABC-2443-A920-7D4C1CF4E6C8}" dt="2023-03-22T11:34:54.689" v="9" actId="20577"/>
        <pc:sldMkLst>
          <pc:docMk/>
          <pc:sldMk cId="0" sldId="270"/>
        </pc:sldMkLst>
        <pc:spChg chg="mod">
          <ac:chgData name="Riccardo Berta" userId="c8694f89-bba4-4576-b0a8-456619ca5a8c" providerId="ADAL" clId="{A7A4F2B9-5ABC-2443-A920-7D4C1CF4E6C8}" dt="2023-03-22T11:34:54.689" v="9" actId="20577"/>
          <ac:spMkLst>
            <pc:docMk/>
            <pc:sldMk cId="0" sldId="270"/>
            <ac:spMk id="179" creationId="{00000000-0000-0000-0000-000000000000}"/>
          </ac:spMkLst>
        </pc:spChg>
      </pc:sldChg>
      <pc:sldChg chg="ord">
        <pc:chgData name="Riccardo Berta" userId="c8694f89-bba4-4576-b0a8-456619ca5a8c" providerId="ADAL" clId="{A7A4F2B9-5ABC-2443-A920-7D4C1CF4E6C8}" dt="2023-03-22T11:37:46.474" v="10" actId="20578"/>
        <pc:sldMkLst>
          <pc:docMk/>
          <pc:sldMk cId="0" sldId="274"/>
        </pc:sldMkLst>
      </pc:sldChg>
      <pc:sldChg chg="ord">
        <pc:chgData name="Riccardo Berta" userId="c8694f89-bba4-4576-b0a8-456619ca5a8c" providerId="ADAL" clId="{A7A4F2B9-5ABC-2443-A920-7D4C1CF4E6C8}" dt="2023-03-22T11:30:07.725" v="3" actId="20578"/>
        <pc:sldMkLst>
          <pc:docMk/>
          <pc:sldMk cId="0" sldId="277"/>
        </pc:sldMkLst>
      </pc:sldChg>
    </pc:docChg>
  </pc:docChgLst>
  <pc:docChgLst>
    <pc:chgData name="Riccardo Berta" userId="c8694f89-bba4-4576-b0a8-456619ca5a8c" providerId="ADAL" clId="{D42FCCBE-6F56-A641-874C-E03919B67028}"/>
    <pc:docChg chg="undo custSel modSld">
      <pc:chgData name="Riccardo Berta" userId="c8694f89-bba4-4576-b0a8-456619ca5a8c" providerId="ADAL" clId="{D42FCCBE-6F56-A641-874C-E03919B67028}" dt="2022-03-04T07:14:55.209" v="5" actId="1076"/>
      <pc:docMkLst>
        <pc:docMk/>
      </pc:docMkLst>
      <pc:sldChg chg="modSp">
        <pc:chgData name="Riccardo Berta" userId="c8694f89-bba4-4576-b0a8-456619ca5a8c" providerId="ADAL" clId="{D42FCCBE-6F56-A641-874C-E03919B67028}" dt="2022-03-04T07:14:55.209" v="5" actId="1076"/>
        <pc:sldMkLst>
          <pc:docMk/>
          <pc:sldMk cId="0" sldId="258"/>
        </pc:sldMkLst>
        <pc:spChg chg="mod">
          <ac:chgData name="Riccardo Berta" userId="c8694f89-bba4-4576-b0a8-456619ca5a8c" providerId="ADAL" clId="{D42FCCBE-6F56-A641-874C-E03919B67028}" dt="2022-03-04T07:14:55.209" v="5" actId="1076"/>
          <ac:spMkLst>
            <pc:docMk/>
            <pc:sldMk cId="0" sldId="258"/>
            <ac:spMk id="93" creationId="{00000000-0000-0000-0000-000000000000}"/>
          </ac:spMkLst>
        </pc:spChg>
      </pc:sldChg>
    </pc:docChg>
  </pc:docChgLst>
  <pc:docChgLst>
    <pc:chgData name="Riccardo Berta" userId="c8694f89-bba4-4576-b0a8-456619ca5a8c" providerId="ADAL" clId="{06DF791A-ABEB-DB44-A5FA-301FD99EBD63}"/>
    <pc:docChg chg="undo custSel modSld">
      <pc:chgData name="Riccardo Berta" userId="c8694f89-bba4-4576-b0a8-456619ca5a8c" providerId="ADAL" clId="{06DF791A-ABEB-DB44-A5FA-301FD99EBD63}" dt="2022-03-09T09:42:37.745" v="94" actId="20577"/>
      <pc:docMkLst>
        <pc:docMk/>
      </pc:docMkLst>
      <pc:sldChg chg="modSp mod">
        <pc:chgData name="Riccardo Berta" userId="c8694f89-bba4-4576-b0a8-456619ca5a8c" providerId="ADAL" clId="{06DF791A-ABEB-DB44-A5FA-301FD99EBD63}" dt="2022-03-04T12:00:03.447" v="4"/>
        <pc:sldMkLst>
          <pc:docMk/>
          <pc:sldMk cId="0" sldId="257"/>
        </pc:sldMkLst>
        <pc:picChg chg="mod">
          <ac:chgData name="Riccardo Berta" userId="c8694f89-bba4-4576-b0a8-456619ca5a8c" providerId="ADAL" clId="{06DF791A-ABEB-DB44-A5FA-301FD99EBD63}" dt="2022-03-04T11:56:11.498" v="1"/>
          <ac:picMkLst>
            <pc:docMk/>
            <pc:sldMk cId="0" sldId="257"/>
            <ac:picMk id="85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1:58:25.867" v="3"/>
          <ac:picMkLst>
            <pc:docMk/>
            <pc:sldMk cId="0" sldId="257"/>
            <ac:picMk id="86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2:00:03.447" v="4"/>
          <ac:picMkLst>
            <pc:docMk/>
            <pc:sldMk cId="0" sldId="257"/>
            <ac:picMk id="87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4T12:00:51.005" v="7"/>
        <pc:sldMkLst>
          <pc:docMk/>
          <pc:sldMk cId="0" sldId="258"/>
        </pc:sldMkLst>
        <pc:picChg chg="mod">
          <ac:chgData name="Riccardo Berta" userId="c8694f89-bba4-4576-b0a8-456619ca5a8c" providerId="ADAL" clId="{06DF791A-ABEB-DB44-A5FA-301FD99EBD63}" dt="2022-03-04T12:00:31.191" v="5"/>
          <ac:picMkLst>
            <pc:docMk/>
            <pc:sldMk cId="0" sldId="258"/>
            <ac:picMk id="94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2:00:51.005" v="7"/>
          <ac:picMkLst>
            <pc:docMk/>
            <pc:sldMk cId="0" sldId="258"/>
            <ac:picMk id="95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1:07.267" v="8"/>
        <pc:sldMkLst>
          <pc:docMk/>
          <pc:sldMk cId="0" sldId="259"/>
        </pc:sldMkLst>
        <pc:picChg chg="mod">
          <ac:chgData name="Riccardo Berta" userId="c8694f89-bba4-4576-b0a8-456619ca5a8c" providerId="ADAL" clId="{06DF791A-ABEB-DB44-A5FA-301FD99EBD63}" dt="2022-03-04T12:01:07.267" v="8"/>
          <ac:picMkLst>
            <pc:docMk/>
            <pc:sldMk cId="0" sldId="259"/>
            <ac:picMk id="102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1:23.487" v="9"/>
        <pc:sldMkLst>
          <pc:docMk/>
          <pc:sldMk cId="0" sldId="260"/>
        </pc:sldMkLst>
        <pc:picChg chg="mod">
          <ac:chgData name="Riccardo Berta" userId="c8694f89-bba4-4576-b0a8-456619ca5a8c" providerId="ADAL" clId="{06DF791A-ABEB-DB44-A5FA-301FD99EBD63}" dt="2022-03-04T12:01:23.487" v="9"/>
          <ac:picMkLst>
            <pc:docMk/>
            <pc:sldMk cId="0" sldId="260"/>
            <ac:picMk id="109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1:44.166" v="10"/>
        <pc:sldMkLst>
          <pc:docMk/>
          <pc:sldMk cId="0" sldId="261"/>
        </pc:sldMkLst>
        <pc:picChg chg="mod">
          <ac:chgData name="Riccardo Berta" userId="c8694f89-bba4-4576-b0a8-456619ca5a8c" providerId="ADAL" clId="{06DF791A-ABEB-DB44-A5FA-301FD99EBD63}" dt="2022-03-04T12:01:44.166" v="10"/>
          <ac:picMkLst>
            <pc:docMk/>
            <pc:sldMk cId="0" sldId="261"/>
            <ac:picMk id="116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4T14:50:48.586" v="34" actId="20577"/>
        <pc:sldMkLst>
          <pc:docMk/>
          <pc:sldMk cId="0" sldId="262"/>
        </pc:sldMkLst>
        <pc:spChg chg="mod">
          <ac:chgData name="Riccardo Berta" userId="c8694f89-bba4-4576-b0a8-456619ca5a8c" providerId="ADAL" clId="{06DF791A-ABEB-DB44-A5FA-301FD99EBD63}" dt="2022-03-04T14:50:48.586" v="34" actId="20577"/>
          <ac:spMkLst>
            <pc:docMk/>
            <pc:sldMk cId="0" sldId="262"/>
            <ac:spMk id="122" creationId="{00000000-0000-0000-0000-000000000000}"/>
          </ac:spMkLst>
        </pc:spChg>
      </pc:sldChg>
      <pc:sldChg chg="modSp">
        <pc:chgData name="Riccardo Berta" userId="c8694f89-bba4-4576-b0a8-456619ca5a8c" providerId="ADAL" clId="{06DF791A-ABEB-DB44-A5FA-301FD99EBD63}" dt="2022-03-04T12:02:14.097" v="11"/>
        <pc:sldMkLst>
          <pc:docMk/>
          <pc:sldMk cId="0" sldId="263"/>
        </pc:sldMkLst>
        <pc:picChg chg="mod">
          <ac:chgData name="Riccardo Berta" userId="c8694f89-bba4-4576-b0a8-456619ca5a8c" providerId="ADAL" clId="{06DF791A-ABEB-DB44-A5FA-301FD99EBD63}" dt="2022-03-04T12:02:14.097" v="11"/>
          <ac:picMkLst>
            <pc:docMk/>
            <pc:sldMk cId="0" sldId="263"/>
            <ac:picMk id="129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2:37.449" v="12"/>
        <pc:sldMkLst>
          <pc:docMk/>
          <pc:sldMk cId="0" sldId="264"/>
        </pc:sldMkLst>
        <pc:picChg chg="mod">
          <ac:chgData name="Riccardo Berta" userId="c8694f89-bba4-4576-b0a8-456619ca5a8c" providerId="ADAL" clId="{06DF791A-ABEB-DB44-A5FA-301FD99EBD63}" dt="2022-03-04T12:02:37.449" v="12"/>
          <ac:picMkLst>
            <pc:docMk/>
            <pc:sldMk cId="0" sldId="264"/>
            <ac:picMk id="136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4T15:20:09.961" v="60" actId="20577"/>
        <pc:sldMkLst>
          <pc:docMk/>
          <pc:sldMk cId="0" sldId="266"/>
        </pc:sldMkLst>
        <pc:spChg chg="mod">
          <ac:chgData name="Riccardo Berta" userId="c8694f89-bba4-4576-b0a8-456619ca5a8c" providerId="ADAL" clId="{06DF791A-ABEB-DB44-A5FA-301FD99EBD63}" dt="2022-03-04T15:20:09.961" v="60" actId="20577"/>
          <ac:spMkLst>
            <pc:docMk/>
            <pc:sldMk cId="0" sldId="266"/>
            <ac:spMk id="148" creationId="{00000000-0000-0000-0000-000000000000}"/>
          </ac:spMkLst>
        </pc:spChg>
        <pc:picChg chg="mod">
          <ac:chgData name="Riccardo Berta" userId="c8694f89-bba4-4576-b0a8-456619ca5a8c" providerId="ADAL" clId="{06DF791A-ABEB-DB44-A5FA-301FD99EBD63}" dt="2022-03-04T12:03:00.211" v="13"/>
          <ac:picMkLst>
            <pc:docMk/>
            <pc:sldMk cId="0" sldId="266"/>
            <ac:picMk id="149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4T15:31:16.427" v="64" actId="20577"/>
        <pc:sldMkLst>
          <pc:docMk/>
          <pc:sldMk cId="0" sldId="267"/>
        </pc:sldMkLst>
        <pc:spChg chg="mod">
          <ac:chgData name="Riccardo Berta" userId="c8694f89-bba4-4576-b0a8-456619ca5a8c" providerId="ADAL" clId="{06DF791A-ABEB-DB44-A5FA-301FD99EBD63}" dt="2022-03-04T15:31:16.427" v="64" actId="20577"/>
          <ac:spMkLst>
            <pc:docMk/>
            <pc:sldMk cId="0" sldId="267"/>
            <ac:spMk id="155" creationId="{00000000-0000-0000-0000-000000000000}"/>
          </ac:spMkLst>
        </pc:spChg>
        <pc:picChg chg="mod">
          <ac:chgData name="Riccardo Berta" userId="c8694f89-bba4-4576-b0a8-456619ca5a8c" providerId="ADAL" clId="{06DF791A-ABEB-DB44-A5FA-301FD99EBD63}" dt="2022-03-04T12:03:26.333" v="14"/>
          <ac:picMkLst>
            <pc:docMk/>
            <pc:sldMk cId="0" sldId="267"/>
            <ac:picMk id="156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4T15:32:54.976" v="65" actId="15"/>
        <pc:sldMkLst>
          <pc:docMk/>
          <pc:sldMk cId="0" sldId="268"/>
        </pc:sldMkLst>
        <pc:spChg chg="mod">
          <ac:chgData name="Riccardo Berta" userId="c8694f89-bba4-4576-b0a8-456619ca5a8c" providerId="ADAL" clId="{06DF791A-ABEB-DB44-A5FA-301FD99EBD63}" dt="2022-03-04T15:32:54.976" v="65" actId="15"/>
          <ac:spMkLst>
            <pc:docMk/>
            <pc:sldMk cId="0" sldId="268"/>
            <ac:spMk id="162" creationId="{00000000-0000-0000-0000-000000000000}"/>
          </ac:spMkLst>
        </pc:spChg>
        <pc:picChg chg="mod">
          <ac:chgData name="Riccardo Berta" userId="c8694f89-bba4-4576-b0a8-456619ca5a8c" providerId="ADAL" clId="{06DF791A-ABEB-DB44-A5FA-301FD99EBD63}" dt="2022-03-04T12:03:43.055" v="15"/>
          <ac:picMkLst>
            <pc:docMk/>
            <pc:sldMk cId="0" sldId="268"/>
            <ac:picMk id="163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2:03:58.966" v="16"/>
          <ac:picMkLst>
            <pc:docMk/>
            <pc:sldMk cId="0" sldId="268"/>
            <ac:picMk id="164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9T08:53:35.740" v="83" actId="20577"/>
        <pc:sldMkLst>
          <pc:docMk/>
          <pc:sldMk cId="0" sldId="269"/>
        </pc:sldMkLst>
        <pc:spChg chg="mod">
          <ac:chgData name="Riccardo Berta" userId="c8694f89-bba4-4576-b0a8-456619ca5a8c" providerId="ADAL" clId="{06DF791A-ABEB-DB44-A5FA-301FD99EBD63}" dt="2022-03-09T08:53:35.740" v="83" actId="20577"/>
          <ac:spMkLst>
            <pc:docMk/>
            <pc:sldMk cId="0" sldId="269"/>
            <ac:spMk id="170" creationId="{00000000-0000-0000-0000-000000000000}"/>
          </ac:spMkLst>
        </pc:spChg>
        <pc:picChg chg="mod">
          <ac:chgData name="Riccardo Berta" userId="c8694f89-bba4-4576-b0a8-456619ca5a8c" providerId="ADAL" clId="{06DF791A-ABEB-DB44-A5FA-301FD99EBD63}" dt="2022-03-04T12:04:18.357" v="17"/>
          <ac:picMkLst>
            <pc:docMk/>
            <pc:sldMk cId="0" sldId="269"/>
            <ac:picMk id="171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2:05:02.517" v="24" actId="1076"/>
          <ac:picMkLst>
            <pc:docMk/>
            <pc:sldMk cId="0" sldId="269"/>
            <ac:picMk id="172" creationId="{00000000-0000-0000-0000-000000000000}"/>
          </ac:picMkLst>
        </pc:picChg>
        <pc:picChg chg="mod">
          <ac:chgData name="Riccardo Berta" userId="c8694f89-bba4-4576-b0a8-456619ca5a8c" providerId="ADAL" clId="{06DF791A-ABEB-DB44-A5FA-301FD99EBD63}" dt="2022-03-04T12:04:59.725" v="23"/>
          <ac:picMkLst>
            <pc:docMk/>
            <pc:sldMk cId="0" sldId="269"/>
            <ac:picMk id="173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5:23.333" v="25"/>
        <pc:sldMkLst>
          <pc:docMk/>
          <pc:sldMk cId="0" sldId="270"/>
        </pc:sldMkLst>
        <pc:picChg chg="mod">
          <ac:chgData name="Riccardo Berta" userId="c8694f89-bba4-4576-b0a8-456619ca5a8c" providerId="ADAL" clId="{06DF791A-ABEB-DB44-A5FA-301FD99EBD63}" dt="2022-03-04T12:05:23.333" v="25"/>
          <ac:picMkLst>
            <pc:docMk/>
            <pc:sldMk cId="0" sldId="270"/>
            <ac:picMk id="181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9T09:01:55.073" v="84" actId="20578"/>
        <pc:sldMkLst>
          <pc:docMk/>
          <pc:sldMk cId="0" sldId="271"/>
        </pc:sldMkLst>
        <pc:spChg chg="mod">
          <ac:chgData name="Riccardo Berta" userId="c8694f89-bba4-4576-b0a8-456619ca5a8c" providerId="ADAL" clId="{06DF791A-ABEB-DB44-A5FA-301FD99EBD63}" dt="2022-03-09T09:01:55.073" v="84" actId="20578"/>
          <ac:spMkLst>
            <pc:docMk/>
            <pc:sldMk cId="0" sldId="271"/>
            <ac:spMk id="187" creationId="{00000000-0000-0000-0000-000000000000}"/>
          </ac:spMkLst>
        </pc:spChg>
        <pc:picChg chg="mod">
          <ac:chgData name="Riccardo Berta" userId="c8694f89-bba4-4576-b0a8-456619ca5a8c" providerId="ADAL" clId="{06DF791A-ABEB-DB44-A5FA-301FD99EBD63}" dt="2022-03-04T12:05:43.939" v="26"/>
          <ac:picMkLst>
            <pc:docMk/>
            <pc:sldMk cId="0" sldId="271"/>
            <ac:picMk id="188" creationId="{00000000-0000-0000-0000-000000000000}"/>
          </ac:picMkLst>
        </pc:picChg>
      </pc:sldChg>
      <pc:sldChg chg="modSp mod">
        <pc:chgData name="Riccardo Berta" userId="c8694f89-bba4-4576-b0a8-456619ca5a8c" providerId="ADAL" clId="{06DF791A-ABEB-DB44-A5FA-301FD99EBD63}" dt="2022-03-09T09:07:02.329" v="88" actId="20577"/>
        <pc:sldMkLst>
          <pc:docMk/>
          <pc:sldMk cId="0" sldId="272"/>
        </pc:sldMkLst>
        <pc:spChg chg="mod">
          <ac:chgData name="Riccardo Berta" userId="c8694f89-bba4-4576-b0a8-456619ca5a8c" providerId="ADAL" clId="{06DF791A-ABEB-DB44-A5FA-301FD99EBD63}" dt="2022-03-09T09:07:02.329" v="88" actId="20577"/>
          <ac:spMkLst>
            <pc:docMk/>
            <pc:sldMk cId="0" sldId="272"/>
            <ac:spMk id="194" creationId="{00000000-0000-0000-0000-000000000000}"/>
          </ac:spMkLst>
        </pc:spChg>
      </pc:sldChg>
      <pc:sldChg chg="modSp">
        <pc:chgData name="Riccardo Berta" userId="c8694f89-bba4-4576-b0a8-456619ca5a8c" providerId="ADAL" clId="{06DF791A-ABEB-DB44-A5FA-301FD99EBD63}" dt="2022-03-04T12:06:04.974" v="27"/>
        <pc:sldMkLst>
          <pc:docMk/>
          <pc:sldMk cId="0" sldId="273"/>
        </pc:sldMkLst>
        <pc:picChg chg="mod">
          <ac:chgData name="Riccardo Berta" userId="c8694f89-bba4-4576-b0a8-456619ca5a8c" providerId="ADAL" clId="{06DF791A-ABEB-DB44-A5FA-301FD99EBD63}" dt="2022-03-04T12:06:04.974" v="27"/>
          <ac:picMkLst>
            <pc:docMk/>
            <pc:sldMk cId="0" sldId="273"/>
            <ac:picMk id="201" creationId="{00000000-0000-0000-0000-000000000000}"/>
          </ac:picMkLst>
        </pc:picChg>
      </pc:sldChg>
      <pc:sldChg chg="addSp modSp mod modNotes">
        <pc:chgData name="Riccardo Berta" userId="c8694f89-bba4-4576-b0a8-456619ca5a8c" providerId="ADAL" clId="{06DF791A-ABEB-DB44-A5FA-301FD99EBD63}" dt="2022-03-09T09:42:37.745" v="94" actId="20577"/>
        <pc:sldMkLst>
          <pc:docMk/>
          <pc:sldMk cId="0" sldId="275"/>
        </pc:sldMkLst>
        <pc:spChg chg="mod">
          <ac:chgData name="Riccardo Berta" userId="c8694f89-bba4-4576-b0a8-456619ca5a8c" providerId="ADAL" clId="{06DF791A-ABEB-DB44-A5FA-301FD99EBD63}" dt="2022-03-09T09:42:37.745" v="94" actId="20577"/>
          <ac:spMkLst>
            <pc:docMk/>
            <pc:sldMk cId="0" sldId="275"/>
            <ac:spMk id="213" creationId="{00000000-0000-0000-0000-000000000000}"/>
          </ac:spMkLst>
        </pc:spChg>
        <pc:picChg chg="add mod">
          <ac:chgData name="Riccardo Berta" userId="c8694f89-bba4-4576-b0a8-456619ca5a8c" providerId="ADAL" clId="{06DF791A-ABEB-DB44-A5FA-301FD99EBD63}" dt="2022-03-09T09:42:36.752" v="93" actId="14100"/>
          <ac:picMkLst>
            <pc:docMk/>
            <pc:sldMk cId="0" sldId="275"/>
            <ac:picMk id="3" creationId="{B5113C0C-9368-1A40-9C7A-3518DA9FFE96}"/>
          </ac:picMkLst>
        </pc:picChg>
        <pc:picChg chg="mod">
          <ac:chgData name="Riccardo Berta" userId="c8694f89-bba4-4576-b0a8-456619ca5a8c" providerId="ADAL" clId="{06DF791A-ABEB-DB44-A5FA-301FD99EBD63}" dt="2022-03-04T12:06:25.288" v="28"/>
          <ac:picMkLst>
            <pc:docMk/>
            <pc:sldMk cId="0" sldId="275"/>
            <ac:picMk id="214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6:40.618" v="29"/>
        <pc:sldMkLst>
          <pc:docMk/>
          <pc:sldMk cId="0" sldId="276"/>
        </pc:sldMkLst>
        <pc:picChg chg="mod">
          <ac:chgData name="Riccardo Berta" userId="c8694f89-bba4-4576-b0a8-456619ca5a8c" providerId="ADAL" clId="{06DF791A-ABEB-DB44-A5FA-301FD99EBD63}" dt="2022-03-04T12:06:40.618" v="29"/>
          <ac:picMkLst>
            <pc:docMk/>
            <pc:sldMk cId="0" sldId="276"/>
            <ac:picMk id="221" creationId="{00000000-0000-0000-0000-000000000000}"/>
          </ac:picMkLst>
        </pc:picChg>
      </pc:sldChg>
      <pc:sldChg chg="modSp">
        <pc:chgData name="Riccardo Berta" userId="c8694f89-bba4-4576-b0a8-456619ca5a8c" providerId="ADAL" clId="{06DF791A-ABEB-DB44-A5FA-301FD99EBD63}" dt="2022-03-04T12:07:00.413" v="30"/>
        <pc:sldMkLst>
          <pc:docMk/>
          <pc:sldMk cId="0" sldId="277"/>
        </pc:sldMkLst>
        <pc:picChg chg="mod">
          <ac:chgData name="Riccardo Berta" userId="c8694f89-bba4-4576-b0a8-456619ca5a8c" providerId="ADAL" clId="{06DF791A-ABEB-DB44-A5FA-301FD99EBD63}" dt="2022-03-04T12:07:00.413" v="30"/>
          <ac:picMkLst>
            <pc:docMk/>
            <pc:sldMk cId="0" sldId="277"/>
            <ac:picMk id="228" creationId="{00000000-0000-0000-0000-000000000000}"/>
          </ac:picMkLst>
        </pc:picChg>
      </pc:sldChg>
    </pc:docChg>
  </pc:docChgLst>
  <pc:docChgLst>
    <pc:chgData name="Riccardo Berta" userId="c8694f89-bba4-4576-b0a8-456619ca5a8c" providerId="ADAL" clId="{894CBCD6-FC5D-E644-9183-7AA72B9AD2F7}"/>
    <pc:docChg chg="modSld">
      <pc:chgData name="Riccardo Berta" userId="c8694f89-bba4-4576-b0a8-456619ca5a8c" providerId="ADAL" clId="{894CBCD6-FC5D-E644-9183-7AA72B9AD2F7}" dt="2023-02-23T12:36:55.896" v="3" actId="1076"/>
      <pc:docMkLst>
        <pc:docMk/>
      </pc:docMkLst>
      <pc:sldChg chg="modSp mod">
        <pc:chgData name="Riccardo Berta" userId="c8694f89-bba4-4576-b0a8-456619ca5a8c" providerId="ADAL" clId="{894CBCD6-FC5D-E644-9183-7AA72B9AD2F7}" dt="2023-02-23T12:36:55.896" v="3" actId="1076"/>
        <pc:sldMkLst>
          <pc:docMk/>
          <pc:sldMk cId="0" sldId="257"/>
        </pc:sldMkLst>
        <pc:picChg chg="mod">
          <ac:chgData name="Riccardo Berta" userId="c8694f89-bba4-4576-b0a8-456619ca5a8c" providerId="ADAL" clId="{894CBCD6-FC5D-E644-9183-7AA72B9AD2F7}" dt="2023-02-23T12:29:52.141" v="0"/>
          <ac:picMkLst>
            <pc:docMk/>
            <pc:sldMk cId="0" sldId="257"/>
            <ac:picMk id="85" creationId="{00000000-0000-0000-0000-000000000000}"/>
          </ac:picMkLst>
        </pc:picChg>
        <pc:picChg chg="mod">
          <ac:chgData name="Riccardo Berta" userId="c8694f89-bba4-4576-b0a8-456619ca5a8c" providerId="ADAL" clId="{894CBCD6-FC5D-E644-9183-7AA72B9AD2F7}" dt="2023-02-23T12:34:55.916" v="1"/>
          <ac:picMkLst>
            <pc:docMk/>
            <pc:sldMk cId="0" sldId="257"/>
            <ac:picMk id="86" creationId="{00000000-0000-0000-0000-000000000000}"/>
          </ac:picMkLst>
        </pc:picChg>
        <pc:picChg chg="mod">
          <ac:chgData name="Riccardo Berta" userId="c8694f89-bba4-4576-b0a8-456619ca5a8c" providerId="ADAL" clId="{894CBCD6-FC5D-E644-9183-7AA72B9AD2F7}" dt="2023-02-23T12:36:55.896" v="3" actId="1076"/>
          <ac:picMkLst>
            <pc:docMk/>
            <pc:sldMk cId="0" sldId="257"/>
            <ac:picMk id="87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51e8b6b6fd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51e8b6b6fd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f0fb49d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f0fb49d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51e8b6b6f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51e8b6b6fd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51e8b6b6f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51e8b6b6f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51e8b6b6fd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51e8b6b6fd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51e8b6b6fd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51e8b6b6fd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51e8b6b6fd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51e8b6b6fd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51e8b6b6f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51e8b6b6fd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f108eba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f108eba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51e8b6b6f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51e8b6b6f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f0fb49dd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f0fb49dd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f108eba57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f108eba57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f2459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54df2459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71d078de45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71d078de4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71d078de4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71d078de4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f11a86e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f11a86ee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0fb49dd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0fb49dd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85ebd82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85ebd82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1e8b6b6fd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1e8b6b6fd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00d463d8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00d463d8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51e8b6b6fd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51e8b6b6fd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video/01%20-%20history.mp4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hyperlink" Target="video/03%20-%20browser.mp4" TargetMode="External"/><Relationship Id="rId5" Type="http://schemas.openxmlformats.org/officeDocument/2006/relationships/hyperlink" Target="video/02%20-%20statements.mp4" TargetMode="Externa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video/04%20-%20variables.mp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video/05%20-%20functions.mp4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video/06%20-%20equality.mp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video/07%20-%20var,%20const%20and%20let.mp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video/08%20-%20array.mp4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video/09%20-%20call-by-sharing.mp4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video/10%20-%20optional%20args.mp4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video/11%20-%20high-order%20functions.mp4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video/12%20-%20filter,%20map%20and%20reduce.mp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video/13%20-%20objects.mp4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hyperlink" Target="video/14%20-%20Math%20and%20JSON.mp4" TargetMode="Externa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video/15%20-%20factory.mp4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video/17%20-%20getter%20and%20setter.mp4" TargetMode="External"/><Relationship Id="rId5" Type="http://schemas.openxmlformats.org/officeDocument/2006/relationships/hyperlink" Target="video/16%20-%20prototypes.mp4" TargetMode="Externa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video/18%20-%20factory%20vs%20prototype.mp4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video/19%20-%20class.mp4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video/20%20-%20polymorphism.mp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video/21%20-%20closure.mp4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video/22%20-%20lambda.mp4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video/23%20-%20paradigms.mp4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754751"/>
            <a:ext cx="3054600" cy="98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JavaScript</a:t>
            </a:r>
            <a:endParaRPr dirty="0"/>
          </a:p>
        </p:txBody>
      </p:sp>
      <p:grpSp>
        <p:nvGrpSpPr>
          <p:cNvPr id="63" name="Google Shape;63;p13"/>
          <p:cNvGrpSpPr/>
          <p:nvPr/>
        </p:nvGrpSpPr>
        <p:grpSpPr>
          <a:xfrm>
            <a:off x="4991502" y="202216"/>
            <a:ext cx="3988156" cy="1681357"/>
            <a:chOff x="596595" y="1681625"/>
            <a:chExt cx="7590704" cy="3377576"/>
          </a:xfrm>
        </p:grpSpPr>
        <p:pic>
          <p:nvPicPr>
            <p:cNvPr id="64" name="Google Shape;64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13500" y="3485357"/>
              <a:ext cx="1051800" cy="7152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5" name="Google Shape;65;p13"/>
            <p:cNvSpPr/>
            <p:nvPr/>
          </p:nvSpPr>
          <p:spPr>
            <a:xfrm>
              <a:off x="1929869" y="3438494"/>
              <a:ext cx="2529576" cy="1548504"/>
            </a:xfrm>
            <a:prstGeom prst="cloud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" name="Google Shape;66;p13"/>
            <p:cNvCxnSpPr>
              <a:stCxn id="67" idx="3"/>
            </p:cNvCxnSpPr>
            <p:nvPr/>
          </p:nvCxnSpPr>
          <p:spPr>
            <a:xfrm>
              <a:off x="1937776" y="3426272"/>
              <a:ext cx="427200" cy="237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67" name="Google Shape;67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6595" y="2978971"/>
              <a:ext cx="1341180" cy="89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69970" y="1681625"/>
              <a:ext cx="921151" cy="7724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69" name="Google Shape;69;p13"/>
            <p:cNvCxnSpPr>
              <a:stCxn id="68" idx="2"/>
              <a:endCxn id="65" idx="3"/>
            </p:cNvCxnSpPr>
            <p:nvPr/>
          </p:nvCxnSpPr>
          <p:spPr>
            <a:xfrm>
              <a:off x="2830546" y="2454075"/>
              <a:ext cx="364200" cy="1073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0" name="Google Shape;70;p13"/>
            <p:cNvPicPr preferRelativeResize="0"/>
            <p:nvPr/>
          </p:nvPicPr>
          <p:blipFill rotWithShape="1">
            <a:blip r:embed="rId6">
              <a:alphaModFix/>
            </a:blip>
            <a:srcRect l="7526" t="9500" r="8376" b="35009"/>
            <a:stretch/>
          </p:blipFill>
          <p:spPr>
            <a:xfrm rot="5400000">
              <a:off x="6395675" y="3267576"/>
              <a:ext cx="2271976" cy="131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" name="Google Shape;71;p13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085380" y="3787000"/>
              <a:ext cx="504057" cy="3252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2" name="Google Shape;72;p13"/>
            <p:cNvCxnSpPr/>
            <p:nvPr/>
          </p:nvCxnSpPr>
          <p:spPr>
            <a:xfrm>
              <a:off x="4459430" y="3920656"/>
              <a:ext cx="254100" cy="5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13"/>
            <p:cNvCxnSpPr/>
            <p:nvPr/>
          </p:nvCxnSpPr>
          <p:spPr>
            <a:xfrm>
              <a:off x="5765300" y="3919166"/>
              <a:ext cx="365400" cy="8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" name="Google Shape;74;p13"/>
            <p:cNvCxnSpPr>
              <a:stCxn id="71" idx="3"/>
              <a:endCxn id="71" idx="3"/>
            </p:cNvCxnSpPr>
            <p:nvPr/>
          </p:nvCxnSpPr>
          <p:spPr>
            <a:xfrm>
              <a:off x="6589437" y="3949600"/>
              <a:ext cx="0" cy="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" name="Google Shape;75;p13"/>
            <p:cNvCxnSpPr>
              <a:stCxn id="71" idx="3"/>
            </p:cNvCxnSpPr>
            <p:nvPr/>
          </p:nvCxnSpPr>
          <p:spPr>
            <a:xfrm>
              <a:off x="6589437" y="3949600"/>
              <a:ext cx="304200" cy="84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6" name="Google Shape;76;p13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542954" y="3807661"/>
              <a:ext cx="1311275" cy="815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3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012750" y="4200575"/>
              <a:ext cx="576750" cy="81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8" name="Google Shape;78;p13"/>
          <p:cNvSpPr/>
          <p:nvPr/>
        </p:nvSpPr>
        <p:spPr>
          <a:xfrm>
            <a:off x="7027449" y="1024645"/>
            <a:ext cx="775430" cy="534189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8;p13">
            <a:extLst>
              <a:ext uri="{FF2B5EF4-FFF2-40B4-BE49-F238E27FC236}">
                <a16:creationId xmlns:a16="http://schemas.microsoft.com/office/drawing/2014/main" id="{B237A4BC-3D77-F1A5-7317-A46042D1D42B}"/>
              </a:ext>
            </a:extLst>
          </p:cNvPr>
          <p:cNvSpPr/>
          <p:nvPr/>
        </p:nvSpPr>
        <p:spPr>
          <a:xfrm>
            <a:off x="5572384" y="945141"/>
            <a:ext cx="1573430" cy="986858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02700" y="951949"/>
            <a:ext cx="8818500" cy="55794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Introduced in 1995 as a way to add programs to web in Netscape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Adopted by all major browsers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ECMA standard</a:t>
            </a:r>
            <a:endParaRPr b="1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Nothing to do with Java (just marketing consideration a that time)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you know is still valid: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Comments</a:t>
            </a:r>
            <a:endParaRPr dirty="0"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//…</a:t>
            </a:r>
            <a:endParaRPr sz="12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of code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…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Conditional execution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if, if...else, switch...case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Loops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while, do...while, for, for-in</a:t>
            </a:r>
            <a:endParaRPr dirty="0"/>
          </a:p>
          <a:p>
            <a:pPr marL="1828800" lvl="3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while(number&lt;=12) { 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(number); number++;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700" dirty="0"/>
              <a:t>Fragment of code that produce a value is called an </a:t>
            </a:r>
            <a:r>
              <a:rPr lang="en-GB" sz="1700" b="1" dirty="0"/>
              <a:t>expression</a:t>
            </a:r>
            <a:endParaRPr sz="1700" b="1" dirty="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-GB" sz="1700" dirty="0"/>
              <a:t>A </a:t>
            </a:r>
            <a:r>
              <a:rPr lang="en-GB" sz="1700" b="1" dirty="0"/>
              <a:t>statement</a:t>
            </a:r>
            <a:r>
              <a:rPr lang="en-GB" sz="1700" dirty="0"/>
              <a:t> is a composition of expressions and ends with 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800" dirty="0"/>
          </a:p>
          <a:p>
            <a:pPr indent="-323850">
              <a:buSzPts val="1500"/>
              <a:buChar char="○"/>
            </a:pPr>
            <a:r>
              <a:rPr lang="en-GB" dirty="0"/>
              <a:t>We can use the browser to run JS code</a:t>
            </a:r>
            <a:endParaRPr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endParaRPr dirty="0"/>
          </a:p>
        </p:txBody>
      </p:sp>
      <p:pic>
        <p:nvPicPr>
          <p:cNvPr id="85" name="Google Shape;85;p1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20483" y="1379184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9560" y="2834213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4">
            <a:hlinkClick r:id="rId6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21888" y="6180517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Variables and functions</a:t>
            </a:r>
            <a:endParaRPr/>
          </a:p>
        </p:txBody>
      </p:sp>
      <p:sp>
        <p:nvSpPr>
          <p:cNvPr id="93" name="Google Shape;93;p15"/>
          <p:cNvSpPr txBox="1">
            <a:spLocks noGrp="1"/>
          </p:cNvSpPr>
          <p:nvPr>
            <p:ph type="body" idx="1"/>
          </p:nvPr>
        </p:nvSpPr>
        <p:spPr>
          <a:xfrm>
            <a:off x="162750" y="1076950"/>
            <a:ext cx="8818500" cy="55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500" dirty="0"/>
              <a:t>In several cases the </a:t>
            </a:r>
            <a:r>
              <a:rPr lang="en-GB" sz="1500" b="1" dirty="0"/>
              <a:t>; </a:t>
            </a:r>
            <a:r>
              <a:rPr lang="en-GB" sz="1500" dirty="0"/>
              <a:t>can be omitted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dirty="0"/>
              <a:t>but the rules are complex and error prone</a:t>
            </a:r>
            <a:r>
              <a:rPr lang="en-GB" dirty="0"/>
              <a:t>…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Dynamically-typed language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 type declaration!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value; </a:t>
            </a:r>
            <a:r>
              <a:rPr lang="en-GB" dirty="0"/>
              <a:t>(also “var” or “</a:t>
            </a:r>
            <a:r>
              <a:rPr lang="en-GB" dirty="0" err="1"/>
              <a:t>const</a:t>
            </a:r>
            <a:r>
              <a:rPr lang="en-GB" dirty="0"/>
              <a:t>” …)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value's type is enforced, but the variable simply represents any value of any type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'; x=5;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automatic type conversion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several time difficult to understand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- 1);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+ 1);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* 2);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are </a:t>
            </a:r>
            <a:r>
              <a:rPr lang="en-GB" b="1" dirty="0"/>
              <a:t>just regular variables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function(parameters) { body;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square = function(x) { return x * x;  };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can be used in any expression</a:t>
            </a:r>
            <a:r>
              <a:rPr lang="en-GB" dirty="0"/>
              <a:t>, and </a:t>
            </a:r>
            <a:r>
              <a:rPr lang="en-GB" b="1" dirty="0"/>
              <a:t>can be assigned to a new value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nested scope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can be </a:t>
            </a:r>
            <a:r>
              <a:rPr lang="en-GB" b="1" dirty="0"/>
              <a:t>created inside</a:t>
            </a:r>
            <a:r>
              <a:rPr lang="en-GB" dirty="0"/>
              <a:t> other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short notation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name(parameters) {  body;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94" name="Google Shape;94;p1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95016" y="1883879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5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34034" y="4000399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Equality</a:t>
            </a:r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strict</a:t>
            </a:r>
            <a:r>
              <a:rPr lang="en-GB" dirty="0"/>
              <a:t> equality “</a:t>
            </a:r>
            <a:r>
              <a:rPr lang="en-GB" b="1" dirty="0"/>
              <a:t>===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both the type and the value we are comparing have to be the same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=== 5 // true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'hello world' === 'hello world' // true (both Strings, equal values)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=== '77' // false (number vs. string)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=== 0 // false (different type and different value)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loose</a:t>
            </a:r>
            <a:r>
              <a:rPr lang="en-GB" dirty="0"/>
              <a:t> equality “</a:t>
            </a:r>
            <a:r>
              <a:rPr lang="en-GB" b="1" dirty="0"/>
              <a:t>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double equals also performs type </a:t>
            </a:r>
            <a:r>
              <a:rPr lang="en-GB" b="1" dirty="0"/>
              <a:t>coercion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values are compared after attempting to convert them into a common type!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 '77'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 0 // true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Triple Equals is superior to double equals!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whenever possible, you should use === to test equality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by testing type and value you can be sure that you are executing a true equality test</a:t>
            </a:r>
            <a:endParaRPr dirty="0"/>
          </a:p>
        </p:txBody>
      </p:sp>
      <p:pic>
        <p:nvPicPr>
          <p:cNvPr id="102" name="Google Shape;102;p1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2875" y="5678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Const, let and var</a:t>
            </a:r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2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var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before ES6, just var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 assigned with the var keyword have </a:t>
            </a:r>
            <a:r>
              <a:rPr lang="en-GB" b="1" dirty="0"/>
              <a:t>functional scope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</a:t>
            </a:r>
            <a:r>
              <a:rPr lang="en-GB" b="1" dirty="0"/>
              <a:t>aren’t block scoped</a:t>
            </a:r>
            <a:r>
              <a:rPr lang="en-GB" dirty="0"/>
              <a:t>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that’s where things can get messy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you can reassign variables within a block overriding parent assignments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global variables, assigned to the global window object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hoisted</a:t>
            </a:r>
            <a:r>
              <a:rPr lang="en-GB" dirty="0"/>
              <a:t> (can be declared after it has been used!)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let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scoped!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 err="1"/>
              <a:t>const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read-only</a:t>
            </a:r>
            <a:r>
              <a:rPr lang="en-GB" dirty="0"/>
              <a:t> and </a:t>
            </a:r>
            <a:r>
              <a:rPr lang="en-GB" b="1" dirty="0"/>
              <a:t>cannot’ be redeclared or reassigned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hoisted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almost all cases, </a:t>
            </a:r>
            <a:r>
              <a:rPr lang="en-GB" u="sng" dirty="0"/>
              <a:t>opt for </a:t>
            </a:r>
            <a:r>
              <a:rPr lang="en-GB" u="sng" dirty="0" err="1"/>
              <a:t>const</a:t>
            </a:r>
            <a:r>
              <a:rPr lang="en-GB" u="sng" dirty="0"/>
              <a:t> first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assignments are read-only you avoid potential future issues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only use the let when you know that a variable will have a dynamic value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you probably don’t need to use var anymore!</a:t>
            </a:r>
            <a:endParaRPr dirty="0"/>
          </a:p>
        </p:txBody>
      </p:sp>
      <p:pic>
        <p:nvPicPr>
          <p:cNvPr id="109" name="Google Shape;109;p1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76875" y="5630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Array</a:t>
            </a:r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"/>
          </p:nvPr>
        </p:nvSpPr>
        <p:spPr>
          <a:xfrm>
            <a:off x="216000" y="1031007"/>
            <a:ext cx="8818500" cy="5535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Store multiple values in a single variable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[2, 3, 5, 7, 11, 4];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[2]); //5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expressions that access a feature of some value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listOfNumbers.length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 //6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two way for accessing </a:t>
            </a:r>
            <a:r>
              <a:rPr lang="en-GB" b="1" dirty="0"/>
              <a:t>properties</a:t>
            </a:r>
            <a:r>
              <a:rPr lang="en-GB" dirty="0"/>
              <a:t> [ ] and .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value.x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/>
              <a:t>x must be a valid property name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value[‘x’]</a:t>
            </a:r>
            <a:r>
              <a:rPr lang="en-GB" dirty="0"/>
              <a:t> x is evaluated to get the property name</a:t>
            </a:r>
            <a:endParaRPr dirty="0"/>
          </a:p>
          <a:p>
            <a:pPr marL="1828800" lvl="3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['length']);</a:t>
            </a:r>
            <a:endParaRPr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elements in an array are stored in properties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Useful </a:t>
            </a:r>
            <a:r>
              <a:rPr lang="en-GB" b="1" dirty="0"/>
              <a:t>array 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push()</a:t>
            </a:r>
            <a:r>
              <a:rPr lang="en-GB" dirty="0"/>
              <a:t> and </a:t>
            </a:r>
            <a:r>
              <a:rPr lang="en-GB" b="1" dirty="0"/>
              <a:t>pop()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elements at the end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unshift()</a:t>
            </a:r>
            <a:r>
              <a:rPr lang="en-GB" dirty="0"/>
              <a:t> and </a:t>
            </a:r>
            <a:r>
              <a:rPr lang="en-GB" b="1" dirty="0"/>
              <a:t>shift()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 at the start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 err="1"/>
              <a:t>indexOf</a:t>
            </a:r>
            <a:r>
              <a:rPr lang="en-GB" b="1" dirty="0"/>
              <a:t>()</a:t>
            </a:r>
            <a:r>
              <a:rPr lang="en-GB" dirty="0"/>
              <a:t> and </a:t>
            </a:r>
            <a:r>
              <a:rPr lang="en-GB" dirty="0" err="1"/>
              <a:t>l</a:t>
            </a:r>
            <a:r>
              <a:rPr lang="en-GB" b="1" dirty="0" err="1"/>
              <a:t>astIndexOf</a:t>
            </a:r>
            <a:r>
              <a:rPr lang="en-GB" b="1" dirty="0"/>
              <a:t>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search for an element from the start of from the back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slice(start, end)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get only the part of an array between the two indexes</a:t>
            </a:r>
            <a:endParaRPr dirty="0"/>
          </a:p>
        </p:txBody>
      </p:sp>
      <p:pic>
        <p:nvPicPr>
          <p:cNvPr id="116" name="Google Shape;116;p1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80175" y="5253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Strings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body" idx="1"/>
          </p:nvPr>
        </p:nvSpPr>
        <p:spPr>
          <a:xfrm>
            <a:off x="202700" y="1278527"/>
            <a:ext cx="8818500" cy="46955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string is a text inside double or single quotes</a:t>
            </a:r>
            <a:endParaRPr dirty="0"/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carName1 = "Volvo XC60"; 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carName2 = 'Volvo XC60’;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endParaRPr sz="10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You can use quotes inside a string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as long as they don't match the quotes surrounding the string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answer1 = "It's alright";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answer2 = "He is called 'Johnny’”;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answer3 = 'He is called "Johnny"';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 dirty="0"/>
              <a:t>Useful properties</a:t>
            </a:r>
            <a:endParaRPr sz="17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length()</a:t>
            </a:r>
            <a:r>
              <a:rPr lang="en-GB" sz="1500" dirty="0"/>
              <a:t>, </a:t>
            </a:r>
            <a:r>
              <a:rPr lang="en-GB" sz="1500" b="1" dirty="0" err="1"/>
              <a:t>toUpperCase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toLowerCase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slice()</a:t>
            </a:r>
            <a:r>
              <a:rPr lang="en-GB" sz="1500" dirty="0"/>
              <a:t>, </a:t>
            </a:r>
            <a:r>
              <a:rPr lang="en-GB" sz="1500" b="1" dirty="0" err="1"/>
              <a:t>indexOf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charAt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trim()</a:t>
            </a:r>
            <a:r>
              <a:rPr lang="en-GB" sz="1500" dirty="0"/>
              <a:t>, to remove whitespaces</a:t>
            </a:r>
            <a:endParaRPr sz="15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Compare string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answer1 = "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It's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alright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answer2 = "It's alright";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(answer1 === answer2);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Pass-by-value or pass-by-reference?</a:t>
            </a: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body" idx="1"/>
          </p:nvPr>
        </p:nvSpPr>
        <p:spPr>
          <a:xfrm>
            <a:off x="240325" y="959050"/>
            <a:ext cx="8818500" cy="5477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pass-by-value strategy for primitives 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call-by-sharing</a:t>
            </a:r>
            <a:r>
              <a:rPr lang="en-GB" dirty="0"/>
              <a:t> for arrays (and objects)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similar to pass-by-reference: the function is able to modify the array content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isn’t able to assign directly over it</a:t>
            </a:r>
            <a:endParaRPr dirty="0"/>
          </a:p>
          <a:p>
            <a:pPr lvl="1" indent="-336550">
              <a:spcBef>
                <a:spcPts val="0"/>
              </a:spcBef>
              <a:buSzPts val="1700"/>
              <a:buChar char="●"/>
            </a:pPr>
            <a:r>
              <a:rPr lang="en-GB" dirty="0"/>
              <a:t>arrays (and objects) passed into functions are </a:t>
            </a:r>
            <a:r>
              <a:rPr lang="en-GB" b="1" dirty="0"/>
              <a:t>shared</a:t>
            </a:r>
            <a:r>
              <a:rPr lang="en-GB" dirty="0"/>
              <a:t>, but once the function decides to overwrite it, the sharing is off and the function only plays with its own version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(x){ x = 7;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 array[0] = 7;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 = [3, 0, 2];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array[0] = 9;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3;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0, 2];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29" name="Google Shape;129;p2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36395" y="562017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Optional args and Recursion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JavaScript is </a:t>
            </a:r>
            <a:r>
              <a:rPr lang="en-GB" b="1" dirty="0"/>
              <a:t>extremely broad-minded</a:t>
            </a:r>
            <a:r>
              <a:rPr lang="en-GB" dirty="0"/>
              <a:t> about the number of arguments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many, </a:t>
            </a:r>
            <a:r>
              <a:rPr lang="en-GB" b="1" dirty="0"/>
              <a:t>the extra are ignored</a:t>
            </a:r>
            <a:r>
              <a:rPr lang="en-GB" dirty="0"/>
              <a:t>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few, </a:t>
            </a:r>
            <a:r>
              <a:rPr lang="en-GB" b="1" dirty="0"/>
              <a:t>the missing are assigned to the undefined value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Downside: accidentally use function incorrectly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Upside: have functions taking “optional parameters”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Example: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function power(base, exponent) {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result = 1;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&lt;exponent;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result *= base;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result;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(power(3,3));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(power(3));</a:t>
            </a:r>
            <a:br>
              <a:rPr lang="en-GB" sz="10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endParaRPr lang="en-GB" sz="1000" b="1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Recursion</a:t>
            </a: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206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     function power(base, exponent)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0) return 1;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else return base * power(base, exponent - 1);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36" name="Google Shape;136;p21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64800" y="5502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Hands-on Activity: exercises!</a:t>
            </a:r>
            <a:endParaRPr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1"/>
          </p:nvPr>
        </p:nvSpPr>
        <p:spPr>
          <a:xfrm>
            <a:off x="202700" y="1619794"/>
            <a:ext cx="8818500" cy="45977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calculate the factorial of a number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for binary search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function to check whether a value is an integer or not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function to calculate the sum of values in an array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sort a list of elements using Bubble sort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sort a list of elements using Quick sort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solutions1.docx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High-order functions</a:t>
            </a:r>
            <a:endParaRPr/>
          </a:p>
        </p:txBody>
      </p:sp>
      <p:sp>
        <p:nvSpPr>
          <p:cNvPr id="148" name="Google Shape;148;p23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3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Functions that operate on other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taking them as arguments, or returning theme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Allow to </a:t>
            </a:r>
            <a:r>
              <a:rPr lang="en-GB" b="1" dirty="0"/>
              <a:t>abstract over actions</a:t>
            </a:r>
            <a:r>
              <a:rPr lang="en-GB" dirty="0"/>
              <a:t>, not just values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function(m) { return n&gt;m;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greater_than_10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(greater_than_10(7));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(greater_than_10(11));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greater_than_4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(4);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(greater_than_4(3));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(greater_than_4(5));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9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 is a parameter of the outer function, but because the inner function lives inside the environment of the outer one, it can use n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body of the inner function can access variables around it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lang="it-IT" sz="600" dirty="0"/>
          </a:p>
          <a:p>
            <a:r>
              <a:rPr lang="en-GB" dirty="0"/>
              <a:t>Other examples: filter, map, reduce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Code: 01.Javascript-example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49" name="Google Shape;149;p23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8400" y="5428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Filter, map, reduce</a:t>
            </a:r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460650" y="911868"/>
            <a:ext cx="8520600" cy="576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filter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test)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passed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if(test(array[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passed.push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passed;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a=[2,3,5,6];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test = function(x) { return x&gt;=5;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filtered = filter(a, test)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(filtered);</a:t>
            </a:r>
            <a:endParaRPr sz="11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transform)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mapped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mapped.push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(transform(array[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mapped;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['3', '5', '6'];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transform = function(x) { return Number(x)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mapped = map(a, transform);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(mapped);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reduce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combine, start)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current = start;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current = combine(current, 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current;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5, 6];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sum = function(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x,y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 return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x+y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result = reduce(a, sum, 0);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(result);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600" dirty="0"/>
          </a:p>
        </p:txBody>
      </p:sp>
      <p:pic>
        <p:nvPicPr>
          <p:cNvPr id="156" name="Google Shape;156;p2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43141" y="574223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Objects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202700" y="909568"/>
            <a:ext cx="8818500" cy="56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Arbitrary collections of properties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you can create object directly, </a:t>
            </a:r>
            <a:r>
              <a:rPr lang="en-GB" b="1" dirty="0"/>
              <a:t>without a class</a:t>
            </a:r>
            <a:r>
              <a:rPr lang="en-GB" dirty="0"/>
              <a:t>!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{ list of properties separated by commas };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Properties are specified by a name, a colon, and an expression </a:t>
            </a:r>
            <a:endParaRPr lang="en-GB" sz="1500"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5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example = { name: 'example', values : [1,2,3], length: 3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 compare objects with == (e.g. remember pointers...)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	let example1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example2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(example1 == example2);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Methods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properties that hold function values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“this” (in the body of the function) points to the object</a:t>
            </a:r>
            <a:endParaRPr lang="en-GB" sz="1700" dirty="0"/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 = {name: 'example', append: function(x){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' ' + x;} }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example.append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’);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Math object</a:t>
            </a:r>
            <a:r>
              <a:rPr lang="en-GB" dirty="0"/>
              <a:t>: a container to group a bunch of math related functionalities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JSON object</a:t>
            </a:r>
            <a:r>
              <a:rPr lang="en-GB" dirty="0"/>
              <a:t>: </a:t>
            </a:r>
            <a:r>
              <a:rPr lang="en-GB" dirty="0" err="1"/>
              <a:t>stringify</a:t>
            </a:r>
            <a:r>
              <a:rPr lang="en-GB" dirty="0"/>
              <a:t>(), parse() to convert data from end to this format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01.Javascript-example.js</a:t>
            </a:r>
            <a:endParaRPr dirty="0">
              <a:highlight>
                <a:srgbClr val="FFFF00"/>
              </a:highlight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63" name="Google Shape;163;p2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1150" y="56782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53459" y="5700891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Object-Oriented concepts</a:t>
            </a:r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"/>
          </p:nvPr>
        </p:nvSpPr>
        <p:spPr>
          <a:xfrm>
            <a:off x="195150" y="1065030"/>
            <a:ext cx="8818500" cy="54838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Factory</a:t>
            </a:r>
            <a:endParaRPr lang="en-GB" sz="1700"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to create more than just a single object</a:t>
            </a:r>
            <a:endParaRPr lang="en-GB" b="1" dirty="0"/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like classes in OOP languages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it is simply a function called with the </a:t>
            </a:r>
            <a:r>
              <a:rPr lang="en-GB" b="1" dirty="0"/>
              <a:t>new</a:t>
            </a:r>
            <a:r>
              <a:rPr lang="en-GB" dirty="0"/>
              <a:t> keyword</a:t>
            </a:r>
          </a:p>
          <a:p>
            <a:pPr marL="590550" lvl="1" indent="0">
              <a:spcBef>
                <a:spcPts val="0"/>
              </a:spcBef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function Person(first, last, age)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first;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last;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age;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myFather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Person("John", "Doe", 50);</a:t>
            </a: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 b="1" dirty="0"/>
              <a:t>Prototypes</a:t>
            </a:r>
            <a:endParaRPr sz="1700"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to add new properties (or methods) to all existing objects of a given type</a:t>
            </a:r>
            <a:endParaRPr lang="en-GB" sz="1700" b="1" dirty="0"/>
          </a:p>
          <a:p>
            <a:pPr marL="590550" marR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7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Person.prototype.nationality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"English";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Person.prototype.name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function() {return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"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;};</a:t>
            </a: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Getters and Setters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specify properties that look like normal properties but secretly have set/get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function Container(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secret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this.__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defineGetter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__("secret", function(){ return secret; });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this.__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defineSetter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__("secret", function(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){ secret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test = new Container(35);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35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71" name="Google Shape;171;p2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8806" y="120049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5025" y="3524799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6">
            <a:hlinkClick r:id="rId6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06804" y="473086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Factory vs Prototypes</a:t>
            </a:r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body" idx="1"/>
          </p:nvPr>
        </p:nvSpPr>
        <p:spPr>
          <a:xfrm>
            <a:off x="217775" y="1167823"/>
            <a:ext cx="8818500" cy="5277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Problem with factory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every object has its own instance of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wastage of memory </a:t>
            </a:r>
            <a:endParaRPr lang="en-GB" sz="1700" dirty="0"/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Person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this.fullName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function()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this.firstName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"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this.lastName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}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let person1 = new Person("Paolo", "Rossi");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let person2 = new Person("Giovanni", "Bianchi");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Problem with the prototype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modifying a property using one object reflects the other object also</a:t>
            </a:r>
            <a:endParaRPr lang="en-GB" sz="1700" dirty="0"/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   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function Person(){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Person.prototype.name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= "Riccardo" 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Person.prototype.friends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= ['Paolo', 'Giovanni’]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let person1 = new Person();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let person2 = new Person();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person1.friends.push("Francesco");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(person1.friends); // Output: "Paolo, Giovanni, Francesco"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(person2.friends); // Output: "Paolo, Giovanni, Francesco"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Define object specific properties inside the factory and shared properties and methods inside the prototype!</a:t>
            </a:r>
            <a:endParaRPr dirty="0"/>
          </a:p>
          <a:p>
            <a:pPr marL="0" lvl="0" indent="0" algn="l" rtl="0">
              <a:lnSpc>
                <a:spcPct val="166666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24292E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24292E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80" name="Google Shape;180;p27"/>
          <p:cNvPicPr preferRelativeResize="0"/>
          <p:nvPr/>
        </p:nvPicPr>
        <p:blipFill rotWithShape="1">
          <a:blip r:embed="rId3">
            <a:alphaModFix/>
          </a:blip>
          <a:srcRect r="41376"/>
          <a:stretch/>
        </p:blipFill>
        <p:spPr>
          <a:xfrm>
            <a:off x="5880818" y="1195758"/>
            <a:ext cx="2524626" cy="127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7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61800" y="5679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Classes</a:t>
            </a:r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"/>
          </p:nvPr>
        </p:nvSpPr>
        <p:spPr>
          <a:xfrm>
            <a:off x="217775" y="964725"/>
            <a:ext cx="8818500" cy="57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introduced classes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Like a factory, but it use the keyword </a:t>
            </a:r>
            <a:r>
              <a:rPr lang="en-GB" b="1" dirty="0"/>
              <a:t>class</a:t>
            </a: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properties are assigned inside a constructor() method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it is called automatically when a class is initiated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make our own methods 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create “static” methods</a:t>
            </a:r>
          </a:p>
          <a:p>
            <a:pPr lvl="2">
              <a:spcBef>
                <a:spcPts val="0"/>
              </a:spcBef>
            </a:pPr>
            <a:r>
              <a:rPr lang="en-GB" dirty="0"/>
              <a:t>cannot be called on the object, but on the class</a:t>
            </a:r>
            <a:endParaRPr lang="en-GB" sz="1700" dirty="0"/>
          </a:p>
          <a:p>
            <a:pPr marL="596900" lvl="1" indent="0">
              <a:spcBef>
                <a:spcPts val="0"/>
              </a:spcBef>
              <a:buNone/>
            </a:pPr>
            <a:r>
              <a:rPr lang="en-GB" sz="13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class Car {</a:t>
            </a:r>
            <a:endParaRPr sz="13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constructor(brand)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present() { return "I have a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static hello() { return "Hello!!";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Car("Ford");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//ERROR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700" dirty="0"/>
              <a:t>We have inheritance, using the “extends” keyword</a:t>
            </a:r>
            <a:br>
              <a:rPr lang="en-GB" dirty="0"/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Model extends Car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constructor(brand, mod)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super(brand);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mod;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show()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+ ', it is a '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88" name="Google Shape;188;p2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28025" y="5604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Classes</a:t>
            </a:r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>
            <a:off x="162750" y="1112771"/>
            <a:ext cx="8818500" cy="44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 dirty="0"/>
              <a:t>Classes also allows us to use getters and setters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use the </a:t>
            </a:r>
            <a:r>
              <a:rPr lang="en-GB" b="1" dirty="0"/>
              <a:t>get</a:t>
            </a:r>
            <a:r>
              <a:rPr lang="en-GB" dirty="0"/>
              <a:t> and </a:t>
            </a:r>
            <a:r>
              <a:rPr lang="en-GB" b="1" dirty="0"/>
              <a:t>set</a:t>
            </a:r>
            <a:r>
              <a:rPr lang="en-GB" dirty="0"/>
              <a:t> keywords 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names of getter/setter method cannot be the same as the name of the property (many use the _ before property name)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Car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constructor(brand)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get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{ return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set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x;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Polymorphism</a:t>
            </a:r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1"/>
          </p:nvPr>
        </p:nvSpPr>
        <p:spPr>
          <a:xfrm>
            <a:off x="162750" y="1154129"/>
            <a:ext cx="8818500" cy="545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When a piece of code is written to work with objects that have a certain interface any kind of object that happens to support this interface can be plugged into the code, and it will just work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Polymorphism without inheritance!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Person(age)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age;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this.getInfo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function() { return "I am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" years old ";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Employee(age, salary){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this.salary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salary;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age;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this.getInfo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function() { 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 "I am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" years old and earns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this.salary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The method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to be executed depend on the object that 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 refer to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showInfo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obj.getInfo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person = new Person(50);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employee = new Employee(43, 50000);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showInfo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(person);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showInfo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(employee);</a:t>
            </a:r>
            <a:endParaRPr sz="12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01" name="Google Shape;201;p3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74985" y="58694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Closures</a:t>
            </a:r>
            <a:endParaRPr/>
          </a:p>
        </p:txBody>
      </p:sp>
      <p:sp>
        <p:nvSpPr>
          <p:cNvPr id="213" name="Google Shape;213;p32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happens to variables when the function that create them is no longer active?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wrap1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wrap2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(wrap1());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(wrap2());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feature of being able to reference an instance of a local variable also when it is called outside its scope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it’s a very powerful and modern programming style (</a:t>
            </a:r>
            <a:r>
              <a:rPr lang="en-GB" b="1" dirty="0"/>
              <a:t>functional</a:t>
            </a:r>
            <a:r>
              <a:rPr lang="en-GB" dirty="0"/>
              <a:t>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Think of it as </a:t>
            </a:r>
            <a:r>
              <a:rPr lang="en-GB" b="1" dirty="0"/>
              <a:t>an handle to a piece of computation, frozen for later use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multiplier(factor)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function(number) { return number * factor;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twice = multiplier(2);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(twice(5));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14" name="Google Shape;214;p3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3125" y="55027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magine 2" descr="Immagine che contiene testo, kit da pronto soccorso&#10;&#10;Descrizione generata automaticamente">
            <a:extLst>
              <a:ext uri="{FF2B5EF4-FFF2-40B4-BE49-F238E27FC236}">
                <a16:creationId xmlns:a16="http://schemas.microsoft.com/office/drawing/2014/main" id="{B5113C0C-9368-1A40-9C7A-3518DA9FFE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2618098"/>
            <a:ext cx="4233458" cy="12578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Lambda and Arrow Functions</a:t>
            </a:r>
            <a:endParaRPr/>
          </a:p>
        </p:txBody>
      </p:sp>
      <p:sp>
        <p:nvSpPr>
          <p:cNvPr id="220" name="Google Shape;220;p33"/>
          <p:cNvSpPr txBox="1">
            <a:spLocks noGrp="1"/>
          </p:cNvSpPr>
          <p:nvPr>
            <p:ph type="body" idx="1"/>
          </p:nvPr>
        </p:nvSpPr>
        <p:spPr>
          <a:xfrm>
            <a:off x="228826" y="1252396"/>
            <a:ext cx="8818500" cy="50641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Expressions that create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really important for programming languages that support first-class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JavaScript pre-ES6 we have only </a:t>
            </a:r>
            <a:r>
              <a:rPr lang="en-GB" b="1" dirty="0"/>
              <a:t>anonymous functions</a:t>
            </a:r>
            <a:r>
              <a:rPr lang="en-GB" dirty="0"/>
              <a:t>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 without a name)</a:t>
            </a:r>
            <a:endParaRPr lang="en-GB" sz="17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function (a, b) { return a + b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introduces </a:t>
            </a:r>
            <a:r>
              <a:rPr lang="en-GB" b="1" dirty="0"/>
              <a:t>lambda (or arrow) functions</a:t>
            </a:r>
            <a:r>
              <a:rPr lang="en-GB" dirty="0"/>
              <a:t> with a more flexible syntax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a + b;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{ return a + b };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[1,2,3,4].filter(function (value) {return value % 2 === 0});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[1,2,3,4].filter(value =&gt; value % 2 === 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general: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0 parameters, arrow functions use empty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=&gt; { statements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is 1 parameter, arrow functions can omit the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parameter =&gt; { statements }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2+ parameters, parameters go inside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(param1, param2, ...) =&gt; { statements }</a:t>
            </a:r>
            <a:endParaRPr dirty="0"/>
          </a:p>
        </p:txBody>
      </p:sp>
      <p:pic>
        <p:nvPicPr>
          <p:cNvPr id="221" name="Google Shape;221;p33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14075" y="5415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Programming Paradigms</a:t>
            </a:r>
            <a:endParaRPr/>
          </a:p>
        </p:txBody>
      </p:sp>
      <p:sp>
        <p:nvSpPr>
          <p:cNvPr id="227" name="Google Shape;227;p34"/>
          <p:cNvSpPr txBox="1">
            <a:spLocks noGrp="1"/>
          </p:cNvSpPr>
          <p:nvPr>
            <p:ph type="body" idx="1"/>
          </p:nvPr>
        </p:nvSpPr>
        <p:spPr>
          <a:xfrm>
            <a:off x="293550" y="1376262"/>
            <a:ext cx="8818500" cy="47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Procedural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upon the concept of the </a:t>
            </a:r>
            <a:r>
              <a:rPr lang="en-GB" b="1" dirty="0"/>
              <a:t>procedure call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simply contain a series of computational steps to be carried out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 language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Object Oriented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on the concept of </a:t>
            </a:r>
            <a:r>
              <a:rPr lang="en-GB" b="1" dirty="0"/>
              <a:t>objects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contains data (attributes) and procedures (methods)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C++, Java, C# languages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treats computation as the </a:t>
            </a:r>
            <a:r>
              <a:rPr lang="en-GB" b="1" dirty="0"/>
              <a:t>evaluation of mathematical functions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avoiding changing-state and mutable data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 emphasizes the </a:t>
            </a:r>
            <a:r>
              <a:rPr lang="en-GB" b="1" dirty="0"/>
              <a:t>application of functions</a:t>
            </a:r>
            <a:r>
              <a:rPr lang="en-GB" dirty="0"/>
              <a:t>, in contrast to the changes in state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Scala, F#, JS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28" name="Google Shape;228;p3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2800" y="5502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Imperative vs Declarative Patterns </a:t>
            </a:r>
            <a:endParaRPr/>
          </a:p>
        </p:txBody>
      </p:sp>
      <p:sp>
        <p:nvSpPr>
          <p:cNvPr id="234" name="Google Shape;234;p35"/>
          <p:cNvSpPr txBox="1">
            <a:spLocks noGrp="1"/>
          </p:cNvSpPr>
          <p:nvPr>
            <p:ph type="body" idx="1"/>
          </p:nvPr>
        </p:nvSpPr>
        <p:spPr>
          <a:xfrm>
            <a:off x="212100" y="1043725"/>
            <a:ext cx="8818500" cy="561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Imperative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describing </a:t>
            </a:r>
            <a:r>
              <a:rPr lang="en-GB" b="1" dirty="0"/>
              <a:t>how a program operates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consists of commands for the computer to perform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Declarative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</a:t>
            </a:r>
            <a:r>
              <a:rPr lang="en-GB" b="1" dirty="0"/>
              <a:t>what the program should accomplish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without specifying how the program should achieve the result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books = [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name:'JavaScript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', pages:450 },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name:'Angular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', pages:902 },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name:'Node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', pages:732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Imperative Pattern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 (let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0;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&lt;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books.length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books[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].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lastRead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Date();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Declarative Pattern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books.map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((book) =&gt;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book.lastRead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Date();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book;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Functional programming follows declarative pattern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Javascript: more...</a:t>
            </a:r>
            <a:endParaRPr/>
          </a:p>
        </p:txBody>
      </p:sp>
      <p:sp>
        <p:nvSpPr>
          <p:cNvPr id="240" name="Google Shape;240;p3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Complete example: linked list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>
                <a:highlight>
                  <a:srgbClr val="FFFF00"/>
                </a:highlight>
              </a:rPr>
              <a:t>Code: 02.LinkedList.js</a:t>
            </a:r>
            <a:endParaRPr dirty="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Exception handling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Regular Expressions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Modules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Talking with the Browser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HTML tag &lt;script&gt;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DOM (Document Object Model)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Handling events (we introduce it with NodeJS)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EventListener</a:t>
            </a:r>
            <a:r>
              <a:rPr lang="en-GB" dirty="0"/>
              <a:t>, events (</a:t>
            </a:r>
            <a:r>
              <a:rPr lang="en-GB" dirty="0" err="1"/>
              <a:t>keydown</a:t>
            </a:r>
            <a:r>
              <a:rPr lang="en-GB" dirty="0"/>
              <a:t>, </a:t>
            </a:r>
            <a:r>
              <a:rPr lang="en-GB" dirty="0" err="1"/>
              <a:t>keyup</a:t>
            </a:r>
            <a:r>
              <a:rPr lang="en-GB" dirty="0"/>
              <a:t>, click, </a:t>
            </a:r>
            <a:r>
              <a:rPr lang="en-GB" dirty="0" err="1"/>
              <a:t>mousedown</a:t>
            </a:r>
            <a:r>
              <a:rPr lang="en-GB" dirty="0"/>
              <a:t>, etc.)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Timers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Forms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...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Hands-on Activity: exercises!</a:t>
            </a:r>
            <a:endParaRPr/>
          </a:p>
        </p:txBody>
      </p:sp>
      <p:sp>
        <p:nvSpPr>
          <p:cNvPr id="207" name="Google Shape;207;p31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2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list the properties of a JavaScript object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and a property and delete another property from an object. Print the object before or after deleting the property.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display the reading status (i.e. display book name, author name and reading status) of a set of books.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get the volume of a Cylinder with four decimal places using object classes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Write a JavaScript program to calculate the area and perimeter of a circle. Create two methods to calculate the area and perimeter. The radius of the circle will be supplied by the user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solutions2.docx</a:t>
            </a:r>
            <a:endParaRPr dirty="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3492</Words>
  <Application>Microsoft Macintosh PowerPoint</Application>
  <PresentationFormat>Presentazione su schermo (4:3)</PresentationFormat>
  <Paragraphs>495</Paragraphs>
  <Slides>24</Slides>
  <Notes>24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30" baseType="lpstr">
      <vt:lpstr>Arial</vt:lpstr>
      <vt:lpstr>Consolas</vt:lpstr>
      <vt:lpstr>Economica</vt:lpstr>
      <vt:lpstr>Courier New</vt:lpstr>
      <vt:lpstr>Open Sans</vt:lpstr>
      <vt:lpstr>Luxe</vt:lpstr>
      <vt:lpstr>JavaScript</vt:lpstr>
      <vt:lpstr>Introduction</vt:lpstr>
      <vt:lpstr>Variables and functions</vt:lpstr>
      <vt:lpstr>Equality</vt:lpstr>
      <vt:lpstr>Const, let and var</vt:lpstr>
      <vt:lpstr>Array</vt:lpstr>
      <vt:lpstr>Strings</vt:lpstr>
      <vt:lpstr>Pass-by-value or pass-by-reference?</vt:lpstr>
      <vt:lpstr>Optional args and Recursion</vt:lpstr>
      <vt:lpstr>Hands-on Activity: exercises!</vt:lpstr>
      <vt:lpstr>High-order functions</vt:lpstr>
      <vt:lpstr>Filter, map, reduce</vt:lpstr>
      <vt:lpstr>Objects</vt:lpstr>
      <vt:lpstr>Object-Oriented concepts</vt:lpstr>
      <vt:lpstr>Factory vs Prototypes</vt:lpstr>
      <vt:lpstr>Classes</vt:lpstr>
      <vt:lpstr>Classes</vt:lpstr>
      <vt:lpstr>Polymorphism</vt:lpstr>
      <vt:lpstr>Closures</vt:lpstr>
      <vt:lpstr>Lambda and Arrow Functions</vt:lpstr>
      <vt:lpstr>Programming Paradigms</vt:lpstr>
      <vt:lpstr>Imperative vs Declarative Patterns </vt:lpstr>
      <vt:lpstr>Javascript: more...</vt:lpstr>
      <vt:lpstr>Hands-on Activity: exercises!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</dc:title>
  <cp:lastModifiedBy>Riccardo Berta</cp:lastModifiedBy>
  <cp:revision>5</cp:revision>
  <dcterms:modified xsi:type="dcterms:W3CDTF">2024-02-21T07:28:15Z</dcterms:modified>
</cp:coreProperties>
</file>