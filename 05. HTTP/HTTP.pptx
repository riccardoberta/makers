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83AD6-40CD-6A43-8934-40A237B55ECF}" v="32" dt="2023-03-23T09:51:31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8"/>
    <p:restoredTop sz="94666"/>
  </p:normalViewPr>
  <p:slideViewPr>
    <p:cSldViewPr snapToGrid="0" snapToObjects="1">
      <p:cViewPr varScale="1">
        <p:scale>
          <a:sx n="134" d="100"/>
          <a:sy n="134" d="100"/>
        </p:scale>
        <p:origin x="192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97383AD6-40CD-6A43-8934-40A237B55ECF}"/>
    <pc:docChg chg="undo custSel modSld">
      <pc:chgData name="Riccardo Berta" userId="c8694f89-bba4-4576-b0a8-456619ca5a8c" providerId="ADAL" clId="{97383AD6-40CD-6A43-8934-40A237B55ECF}" dt="2023-03-23T09:52:06.743" v="559" actId="1076"/>
      <pc:docMkLst>
        <pc:docMk/>
      </pc:docMkLst>
      <pc:sldChg chg="addSp modSp mod">
        <pc:chgData name="Riccardo Berta" userId="c8694f89-bba4-4576-b0a8-456619ca5a8c" providerId="ADAL" clId="{97383AD6-40CD-6A43-8934-40A237B55ECF}" dt="2023-03-23T09:52:06.743" v="559" actId="1076"/>
        <pc:sldMkLst>
          <pc:docMk/>
          <pc:sldMk cId="0" sldId="256"/>
        </pc:sldMkLst>
        <pc:spChg chg="add mod">
          <ac:chgData name="Riccardo Berta" userId="c8694f89-bba4-4576-b0a8-456619ca5a8c" providerId="ADAL" clId="{97383AD6-40CD-6A43-8934-40A237B55ECF}" dt="2023-03-23T08:43:30.623" v="4" actId="1076"/>
          <ac:spMkLst>
            <pc:docMk/>
            <pc:sldMk cId="0" sldId="256"/>
            <ac:spMk id="2" creationId="{891E7848-4BFF-DFA1-4A13-66755AC81076}"/>
          </ac:spMkLst>
        </pc:spChg>
        <pc:spChg chg="add mod">
          <ac:chgData name="Riccardo Berta" userId="c8694f89-bba4-4576-b0a8-456619ca5a8c" providerId="ADAL" clId="{97383AD6-40CD-6A43-8934-40A237B55ECF}" dt="2023-03-23T08:43:36.377" v="7" actId="14100"/>
          <ac:spMkLst>
            <pc:docMk/>
            <pc:sldMk cId="0" sldId="256"/>
            <ac:spMk id="3" creationId="{D597E679-6D68-6BFE-9C79-05B3DF035F6A}"/>
          </ac:spMkLst>
        </pc:spChg>
        <pc:spChg chg="mod">
          <ac:chgData name="Riccardo Berta" userId="c8694f89-bba4-4576-b0a8-456619ca5a8c" providerId="ADAL" clId="{97383AD6-40CD-6A43-8934-40A237B55ECF}" dt="2023-03-23T09:52:06.743" v="559" actId="1076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Riccardo Berta" userId="c8694f89-bba4-4576-b0a8-456619ca5a8c" providerId="ADAL" clId="{97383AD6-40CD-6A43-8934-40A237B55ECF}" dt="2023-03-23T08:43:25.869" v="2" actId="1076"/>
          <ac:spMkLst>
            <pc:docMk/>
            <pc:sldMk cId="0" sldId="256"/>
            <ac:spMk id="131" creationId="{00000000-0000-0000-0000-000000000000}"/>
          </ac:spMkLst>
        </pc:spChg>
      </pc:sldChg>
      <pc:sldChg chg="modSp mod">
        <pc:chgData name="Riccardo Berta" userId="c8694f89-bba4-4576-b0a8-456619ca5a8c" providerId="ADAL" clId="{97383AD6-40CD-6A43-8934-40A237B55ECF}" dt="2023-03-23T08:46:16.316" v="93" actId="113"/>
        <pc:sldMkLst>
          <pc:docMk/>
          <pc:sldMk cId="0" sldId="257"/>
        </pc:sldMkLst>
        <pc:spChg chg="mod">
          <ac:chgData name="Riccardo Berta" userId="c8694f89-bba4-4576-b0a8-456619ca5a8c" providerId="ADAL" clId="{97383AD6-40CD-6A43-8934-40A237B55ECF}" dt="2023-03-23T08:46:16.316" v="93" actId="113"/>
          <ac:spMkLst>
            <pc:docMk/>
            <pc:sldMk cId="0" sldId="257"/>
            <ac:spMk id="137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8:44:07.391" v="8"/>
          <ac:picMkLst>
            <pc:docMk/>
            <pc:sldMk cId="0" sldId="257"/>
            <ac:picMk id="138" creationId="{00000000-0000-0000-0000-000000000000}"/>
          </ac:picMkLst>
        </pc:picChg>
        <pc:picChg chg="mod">
          <ac:chgData name="Riccardo Berta" userId="c8694f89-bba4-4576-b0a8-456619ca5a8c" providerId="ADAL" clId="{97383AD6-40CD-6A43-8934-40A237B55ECF}" dt="2023-03-23T08:44:55.188" v="34" actId="1076"/>
          <ac:picMkLst>
            <pc:docMk/>
            <pc:sldMk cId="0" sldId="257"/>
            <ac:picMk id="1026" creationId="{C8FFA10B-2EBE-A649-BE34-AB2456924AC7}"/>
          </ac:picMkLst>
        </pc:picChg>
      </pc:sldChg>
      <pc:sldChg chg="modSp mod">
        <pc:chgData name="Riccardo Berta" userId="c8694f89-bba4-4576-b0a8-456619ca5a8c" providerId="ADAL" clId="{97383AD6-40CD-6A43-8934-40A237B55ECF}" dt="2023-03-23T08:47:49.392" v="106" actId="1076"/>
        <pc:sldMkLst>
          <pc:docMk/>
          <pc:sldMk cId="0" sldId="258"/>
        </pc:sldMkLst>
        <pc:spChg chg="mod">
          <ac:chgData name="Riccardo Berta" userId="c8694f89-bba4-4576-b0a8-456619ca5a8c" providerId="ADAL" clId="{97383AD6-40CD-6A43-8934-40A237B55ECF}" dt="2023-03-23T08:47:15.591" v="104" actId="20577"/>
          <ac:spMkLst>
            <pc:docMk/>
            <pc:sldMk cId="0" sldId="258"/>
            <ac:spMk id="144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8:47:49.392" v="106" actId="1076"/>
          <ac:picMkLst>
            <pc:docMk/>
            <pc:sldMk cId="0" sldId="258"/>
            <ac:picMk id="145" creationId="{00000000-0000-0000-0000-000000000000}"/>
          </ac:picMkLst>
        </pc:picChg>
        <pc:picChg chg="mod">
          <ac:chgData name="Riccardo Berta" userId="c8694f89-bba4-4576-b0a8-456619ca5a8c" providerId="ADAL" clId="{97383AD6-40CD-6A43-8934-40A237B55ECF}" dt="2023-03-23T08:47:13.420" v="103"/>
          <ac:picMkLst>
            <pc:docMk/>
            <pc:sldMk cId="0" sldId="258"/>
            <ac:picMk id="146" creationId="{00000000-0000-0000-0000-000000000000}"/>
          </ac:picMkLst>
        </pc:picChg>
      </pc:sldChg>
      <pc:sldChg chg="modSp">
        <pc:chgData name="Riccardo Berta" userId="c8694f89-bba4-4576-b0a8-456619ca5a8c" providerId="ADAL" clId="{97383AD6-40CD-6A43-8934-40A237B55ECF}" dt="2023-03-23T08:48:12.844" v="107"/>
        <pc:sldMkLst>
          <pc:docMk/>
          <pc:sldMk cId="0" sldId="259"/>
        </pc:sldMkLst>
        <pc:picChg chg="mod">
          <ac:chgData name="Riccardo Berta" userId="c8694f89-bba4-4576-b0a8-456619ca5a8c" providerId="ADAL" clId="{97383AD6-40CD-6A43-8934-40A237B55ECF}" dt="2023-03-23T08:48:12.844" v="107"/>
          <ac:picMkLst>
            <pc:docMk/>
            <pc:sldMk cId="0" sldId="259"/>
            <ac:picMk id="171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8:49:11.996" v="125"/>
        <pc:sldMkLst>
          <pc:docMk/>
          <pc:sldMk cId="0" sldId="260"/>
        </pc:sldMkLst>
        <pc:spChg chg="mod">
          <ac:chgData name="Riccardo Berta" userId="c8694f89-bba4-4576-b0a8-456619ca5a8c" providerId="ADAL" clId="{97383AD6-40CD-6A43-8934-40A237B55ECF}" dt="2023-03-23T08:48:45.127" v="116" actId="20577"/>
          <ac:spMkLst>
            <pc:docMk/>
            <pc:sldMk cId="0" sldId="260"/>
            <ac:spMk id="176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8:48:39.347" v="112" actId="1076"/>
          <ac:picMkLst>
            <pc:docMk/>
            <pc:sldMk cId="0" sldId="260"/>
            <ac:picMk id="178" creationId="{00000000-0000-0000-0000-000000000000}"/>
          </ac:picMkLst>
        </pc:picChg>
        <pc:picChg chg="mod">
          <ac:chgData name="Riccardo Berta" userId="c8694f89-bba4-4576-b0a8-456619ca5a8c" providerId="ADAL" clId="{97383AD6-40CD-6A43-8934-40A237B55ECF}" dt="2023-03-23T08:49:11.996" v="125"/>
          <ac:picMkLst>
            <pc:docMk/>
            <pc:sldMk cId="0" sldId="260"/>
            <ac:picMk id="180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8:50:19.531" v="133" actId="14100"/>
        <pc:sldMkLst>
          <pc:docMk/>
          <pc:sldMk cId="0" sldId="261"/>
        </pc:sldMkLst>
        <pc:spChg chg="mod">
          <ac:chgData name="Riccardo Berta" userId="c8694f89-bba4-4576-b0a8-456619ca5a8c" providerId="ADAL" clId="{97383AD6-40CD-6A43-8934-40A237B55ECF}" dt="2023-03-23T08:50:19.531" v="133" actId="14100"/>
          <ac:spMkLst>
            <pc:docMk/>
            <pc:sldMk cId="0" sldId="261"/>
            <ac:spMk id="186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8:50:03.798" v="130" actId="1035"/>
          <ac:picMkLst>
            <pc:docMk/>
            <pc:sldMk cId="0" sldId="261"/>
            <ac:picMk id="187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8:51:15.216" v="138" actId="113"/>
        <pc:sldMkLst>
          <pc:docMk/>
          <pc:sldMk cId="0" sldId="262"/>
        </pc:sldMkLst>
        <pc:spChg chg="mod">
          <ac:chgData name="Riccardo Berta" userId="c8694f89-bba4-4576-b0a8-456619ca5a8c" providerId="ADAL" clId="{97383AD6-40CD-6A43-8934-40A237B55ECF}" dt="2023-03-23T08:51:15.216" v="138" actId="113"/>
          <ac:spMkLst>
            <pc:docMk/>
            <pc:sldMk cId="0" sldId="262"/>
            <ac:spMk id="193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8:50:40.431" v="134"/>
          <ac:picMkLst>
            <pc:docMk/>
            <pc:sldMk cId="0" sldId="262"/>
            <ac:picMk id="194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8:52:49.377" v="170" actId="5793"/>
        <pc:sldMkLst>
          <pc:docMk/>
          <pc:sldMk cId="0" sldId="263"/>
        </pc:sldMkLst>
        <pc:spChg chg="mod">
          <ac:chgData name="Riccardo Berta" userId="c8694f89-bba4-4576-b0a8-456619ca5a8c" providerId="ADAL" clId="{97383AD6-40CD-6A43-8934-40A237B55ECF}" dt="2023-03-23T08:52:49.377" v="170" actId="5793"/>
          <ac:spMkLst>
            <pc:docMk/>
            <pc:sldMk cId="0" sldId="263"/>
            <ac:spMk id="200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8:51:41.044" v="139"/>
          <ac:picMkLst>
            <pc:docMk/>
            <pc:sldMk cId="0" sldId="263"/>
            <ac:picMk id="201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9:33:07.016" v="190" actId="20577"/>
        <pc:sldMkLst>
          <pc:docMk/>
          <pc:sldMk cId="0" sldId="264"/>
        </pc:sldMkLst>
        <pc:spChg chg="mod">
          <ac:chgData name="Riccardo Berta" userId="c8694f89-bba4-4576-b0a8-456619ca5a8c" providerId="ADAL" clId="{97383AD6-40CD-6A43-8934-40A237B55ECF}" dt="2023-03-23T09:33:07.016" v="190" actId="20577"/>
          <ac:spMkLst>
            <pc:docMk/>
            <pc:sldMk cId="0" sldId="264"/>
            <ac:spMk id="207" creationId="{00000000-0000-0000-0000-000000000000}"/>
          </ac:spMkLst>
        </pc:spChg>
      </pc:sldChg>
      <pc:sldChg chg="modSp">
        <pc:chgData name="Riccardo Berta" userId="c8694f89-bba4-4576-b0a8-456619ca5a8c" providerId="ADAL" clId="{97383AD6-40CD-6A43-8934-40A237B55ECF}" dt="2023-03-23T09:33:28.864" v="191"/>
        <pc:sldMkLst>
          <pc:docMk/>
          <pc:sldMk cId="0" sldId="265"/>
        </pc:sldMkLst>
        <pc:picChg chg="mod">
          <ac:chgData name="Riccardo Berta" userId="c8694f89-bba4-4576-b0a8-456619ca5a8c" providerId="ADAL" clId="{97383AD6-40CD-6A43-8934-40A237B55ECF}" dt="2023-03-23T09:33:28.864" v="191"/>
          <ac:picMkLst>
            <pc:docMk/>
            <pc:sldMk cId="0" sldId="265"/>
            <ac:picMk id="215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9:34:32.595" v="211" actId="1036"/>
        <pc:sldMkLst>
          <pc:docMk/>
          <pc:sldMk cId="0" sldId="266"/>
        </pc:sldMkLst>
        <pc:spChg chg="mod">
          <ac:chgData name="Riccardo Berta" userId="c8694f89-bba4-4576-b0a8-456619ca5a8c" providerId="ADAL" clId="{97383AD6-40CD-6A43-8934-40A237B55ECF}" dt="2023-03-23T09:34:32.595" v="211" actId="1036"/>
          <ac:spMkLst>
            <pc:docMk/>
            <pc:sldMk cId="0" sldId="266"/>
            <ac:spMk id="221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9:33:54.131" v="197"/>
          <ac:picMkLst>
            <pc:docMk/>
            <pc:sldMk cId="0" sldId="266"/>
            <ac:picMk id="222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9:35:21.321" v="218" actId="14100"/>
        <pc:sldMkLst>
          <pc:docMk/>
          <pc:sldMk cId="0" sldId="267"/>
        </pc:sldMkLst>
        <pc:spChg chg="mod">
          <ac:chgData name="Riccardo Berta" userId="c8694f89-bba4-4576-b0a8-456619ca5a8c" providerId="ADAL" clId="{97383AD6-40CD-6A43-8934-40A237B55ECF}" dt="2023-03-23T09:35:21.321" v="218" actId="14100"/>
          <ac:spMkLst>
            <pc:docMk/>
            <pc:sldMk cId="0" sldId="267"/>
            <ac:spMk id="228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9:34:54.536" v="212"/>
          <ac:picMkLst>
            <pc:docMk/>
            <pc:sldMk cId="0" sldId="267"/>
            <ac:picMk id="229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9:36:43.888" v="243" actId="14100"/>
        <pc:sldMkLst>
          <pc:docMk/>
          <pc:sldMk cId="0" sldId="268"/>
        </pc:sldMkLst>
        <pc:spChg chg="mod">
          <ac:chgData name="Riccardo Berta" userId="c8694f89-bba4-4576-b0a8-456619ca5a8c" providerId="ADAL" clId="{97383AD6-40CD-6A43-8934-40A237B55ECF}" dt="2023-03-23T09:36:43.888" v="243" actId="14100"/>
          <ac:spMkLst>
            <pc:docMk/>
            <pc:sldMk cId="0" sldId="268"/>
            <ac:spMk id="235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9:35:43.172" v="219"/>
          <ac:picMkLst>
            <pc:docMk/>
            <pc:sldMk cId="0" sldId="268"/>
            <ac:picMk id="236" creationId="{00000000-0000-0000-0000-000000000000}"/>
          </ac:picMkLst>
        </pc:picChg>
      </pc:sldChg>
      <pc:sldChg chg="addSp modSp mod">
        <pc:chgData name="Riccardo Berta" userId="c8694f89-bba4-4576-b0a8-456619ca5a8c" providerId="ADAL" clId="{97383AD6-40CD-6A43-8934-40A237B55ECF}" dt="2023-03-23T09:38:46.739" v="267" actId="14100"/>
        <pc:sldMkLst>
          <pc:docMk/>
          <pc:sldMk cId="0" sldId="269"/>
        </pc:sldMkLst>
        <pc:spChg chg="mod">
          <ac:chgData name="Riccardo Berta" userId="c8694f89-bba4-4576-b0a8-456619ca5a8c" providerId="ADAL" clId="{97383AD6-40CD-6A43-8934-40A237B55ECF}" dt="2023-03-23T09:38:46.739" v="267" actId="14100"/>
          <ac:spMkLst>
            <pc:docMk/>
            <pc:sldMk cId="0" sldId="269"/>
            <ac:spMk id="242" creationId="{00000000-0000-0000-0000-000000000000}"/>
          </ac:spMkLst>
        </pc:spChg>
        <pc:spChg chg="mod">
          <ac:chgData name="Riccardo Berta" userId="c8694f89-bba4-4576-b0a8-456619ca5a8c" providerId="ADAL" clId="{97383AD6-40CD-6A43-8934-40A237B55ECF}" dt="2023-03-23T09:37:59.477" v="254" actId="164"/>
          <ac:spMkLst>
            <pc:docMk/>
            <pc:sldMk cId="0" sldId="269"/>
            <ac:spMk id="244" creationId="{00000000-0000-0000-0000-000000000000}"/>
          </ac:spMkLst>
        </pc:spChg>
        <pc:spChg chg="mod">
          <ac:chgData name="Riccardo Berta" userId="c8694f89-bba4-4576-b0a8-456619ca5a8c" providerId="ADAL" clId="{97383AD6-40CD-6A43-8934-40A237B55ECF}" dt="2023-03-23T09:37:59.477" v="254" actId="164"/>
          <ac:spMkLst>
            <pc:docMk/>
            <pc:sldMk cId="0" sldId="269"/>
            <ac:spMk id="246" creationId="{00000000-0000-0000-0000-000000000000}"/>
          </ac:spMkLst>
        </pc:spChg>
        <pc:spChg chg="mod">
          <ac:chgData name="Riccardo Berta" userId="c8694f89-bba4-4576-b0a8-456619ca5a8c" providerId="ADAL" clId="{97383AD6-40CD-6A43-8934-40A237B55ECF}" dt="2023-03-23T09:38:38.782" v="266" actId="1076"/>
          <ac:spMkLst>
            <pc:docMk/>
            <pc:sldMk cId="0" sldId="269"/>
            <ac:spMk id="248" creationId="{00000000-0000-0000-0000-000000000000}"/>
          </ac:spMkLst>
        </pc:spChg>
        <pc:grpChg chg="add mod">
          <ac:chgData name="Riccardo Berta" userId="c8694f89-bba4-4576-b0a8-456619ca5a8c" providerId="ADAL" clId="{97383AD6-40CD-6A43-8934-40A237B55ECF}" dt="2023-03-23T09:38:05.772" v="265" actId="1036"/>
          <ac:grpSpMkLst>
            <pc:docMk/>
            <pc:sldMk cId="0" sldId="269"/>
            <ac:grpSpMk id="2" creationId="{79B240CD-B1CE-0067-9329-F6FC3D9C6D78}"/>
          </ac:grpSpMkLst>
        </pc:grpChg>
        <pc:picChg chg="mod">
          <ac:chgData name="Riccardo Berta" userId="c8694f89-bba4-4576-b0a8-456619ca5a8c" providerId="ADAL" clId="{97383AD6-40CD-6A43-8934-40A237B55ECF}" dt="2023-03-23T09:37:10.829" v="244"/>
          <ac:picMkLst>
            <pc:docMk/>
            <pc:sldMk cId="0" sldId="269"/>
            <ac:picMk id="250" creationId="{00000000-0000-0000-0000-000000000000}"/>
          </ac:picMkLst>
        </pc:picChg>
        <pc:cxnChg chg="mod">
          <ac:chgData name="Riccardo Berta" userId="c8694f89-bba4-4576-b0a8-456619ca5a8c" providerId="ADAL" clId="{97383AD6-40CD-6A43-8934-40A237B55ECF}" dt="2023-03-23T09:37:59.477" v="254" actId="164"/>
          <ac:cxnSpMkLst>
            <pc:docMk/>
            <pc:sldMk cId="0" sldId="269"/>
            <ac:cxnSpMk id="243" creationId="{00000000-0000-0000-0000-000000000000}"/>
          </ac:cxnSpMkLst>
        </pc:cxnChg>
        <pc:cxnChg chg="mod">
          <ac:chgData name="Riccardo Berta" userId="c8694f89-bba4-4576-b0a8-456619ca5a8c" providerId="ADAL" clId="{97383AD6-40CD-6A43-8934-40A237B55ECF}" dt="2023-03-23T09:37:59.477" v="254" actId="164"/>
          <ac:cxnSpMkLst>
            <pc:docMk/>
            <pc:sldMk cId="0" sldId="269"/>
            <ac:cxnSpMk id="245" creationId="{00000000-0000-0000-0000-000000000000}"/>
          </ac:cxnSpMkLst>
        </pc:cxnChg>
        <pc:cxnChg chg="mod">
          <ac:chgData name="Riccardo Berta" userId="c8694f89-bba4-4576-b0a8-456619ca5a8c" providerId="ADAL" clId="{97383AD6-40CD-6A43-8934-40A237B55ECF}" dt="2023-03-23T09:37:59.477" v="254" actId="164"/>
          <ac:cxnSpMkLst>
            <pc:docMk/>
            <pc:sldMk cId="0" sldId="269"/>
            <ac:cxnSpMk id="247" creationId="{00000000-0000-0000-0000-000000000000}"/>
          </ac:cxnSpMkLst>
        </pc:cxnChg>
        <pc:cxnChg chg="mod">
          <ac:chgData name="Riccardo Berta" userId="c8694f89-bba4-4576-b0a8-456619ca5a8c" providerId="ADAL" clId="{97383AD6-40CD-6A43-8934-40A237B55ECF}" dt="2023-03-23T09:38:38.782" v="266" actId="1076"/>
          <ac:cxnSpMkLst>
            <pc:docMk/>
            <pc:sldMk cId="0" sldId="269"/>
            <ac:cxnSpMk id="249" creationId="{00000000-0000-0000-0000-000000000000}"/>
          </ac:cxnSpMkLst>
        </pc:cxnChg>
      </pc:sldChg>
      <pc:sldChg chg="modSp mod">
        <pc:chgData name="Riccardo Berta" userId="c8694f89-bba4-4576-b0a8-456619ca5a8c" providerId="ADAL" clId="{97383AD6-40CD-6A43-8934-40A237B55ECF}" dt="2023-03-23T09:43:45.203" v="476"/>
        <pc:sldMkLst>
          <pc:docMk/>
          <pc:sldMk cId="0" sldId="270"/>
        </pc:sldMkLst>
        <pc:spChg chg="mod">
          <ac:chgData name="Riccardo Berta" userId="c8694f89-bba4-4576-b0a8-456619ca5a8c" providerId="ADAL" clId="{97383AD6-40CD-6A43-8934-40A237B55ECF}" dt="2023-03-23T09:43:11.795" v="474" actId="20577"/>
          <ac:spMkLst>
            <pc:docMk/>
            <pc:sldMk cId="0" sldId="270"/>
            <ac:spMk id="256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9:43:45.203" v="476"/>
          <ac:picMkLst>
            <pc:docMk/>
            <pc:sldMk cId="0" sldId="270"/>
            <ac:picMk id="257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9:45:26.098" v="521" actId="14100"/>
        <pc:sldMkLst>
          <pc:docMk/>
          <pc:sldMk cId="0" sldId="271"/>
        </pc:sldMkLst>
        <pc:spChg chg="mod">
          <ac:chgData name="Riccardo Berta" userId="c8694f89-bba4-4576-b0a8-456619ca5a8c" providerId="ADAL" clId="{97383AD6-40CD-6A43-8934-40A237B55ECF}" dt="2023-03-23T09:45:26.098" v="521" actId="14100"/>
          <ac:spMkLst>
            <pc:docMk/>
            <pc:sldMk cId="0" sldId="271"/>
            <ac:spMk id="263" creationId="{00000000-0000-0000-0000-000000000000}"/>
          </ac:spMkLst>
        </pc:spChg>
        <pc:picChg chg="mod">
          <ac:chgData name="Riccardo Berta" userId="c8694f89-bba4-4576-b0a8-456619ca5a8c" providerId="ADAL" clId="{97383AD6-40CD-6A43-8934-40A237B55ECF}" dt="2023-03-23T09:44:07.873" v="480"/>
          <ac:picMkLst>
            <pc:docMk/>
            <pc:sldMk cId="0" sldId="271"/>
            <ac:picMk id="264" creationId="{00000000-0000-0000-0000-000000000000}"/>
          </ac:picMkLst>
        </pc:picChg>
      </pc:sldChg>
      <pc:sldChg chg="addSp modSp mod">
        <pc:chgData name="Riccardo Berta" userId="c8694f89-bba4-4576-b0a8-456619ca5a8c" providerId="ADAL" clId="{97383AD6-40CD-6A43-8934-40A237B55ECF}" dt="2023-03-23T09:48:51.803" v="529"/>
        <pc:sldMkLst>
          <pc:docMk/>
          <pc:sldMk cId="0" sldId="272"/>
        </pc:sldMkLst>
        <pc:spChg chg="mod">
          <ac:chgData name="Riccardo Berta" userId="c8694f89-bba4-4576-b0a8-456619ca5a8c" providerId="ADAL" clId="{97383AD6-40CD-6A43-8934-40A237B55ECF}" dt="2023-03-23T09:45:58.622" v="523" actId="20577"/>
          <ac:spMkLst>
            <pc:docMk/>
            <pc:sldMk cId="0" sldId="272"/>
            <ac:spMk id="270" creationId="{00000000-0000-0000-0000-000000000000}"/>
          </ac:spMkLst>
        </pc:spChg>
        <pc:picChg chg="add mod">
          <ac:chgData name="Riccardo Berta" userId="c8694f89-bba4-4576-b0a8-456619ca5a8c" providerId="ADAL" clId="{97383AD6-40CD-6A43-8934-40A237B55ECF}" dt="2023-03-23T09:48:51.803" v="529"/>
          <ac:picMkLst>
            <pc:docMk/>
            <pc:sldMk cId="0" sldId="272"/>
            <ac:picMk id="2" creationId="{DEFCEE63-100D-8A31-628D-2EB4AAFAE7D3}"/>
          </ac:picMkLst>
        </pc:picChg>
        <pc:picChg chg="mod">
          <ac:chgData name="Riccardo Berta" userId="c8694f89-bba4-4576-b0a8-456619ca5a8c" providerId="ADAL" clId="{97383AD6-40CD-6A43-8934-40A237B55ECF}" dt="2023-03-23T09:48:22.693" v="528" actId="1076"/>
          <ac:picMkLst>
            <pc:docMk/>
            <pc:sldMk cId="0" sldId="272"/>
            <ac:picMk id="271" creationId="{00000000-0000-0000-0000-000000000000}"/>
          </ac:picMkLst>
        </pc:picChg>
        <pc:picChg chg="mod">
          <ac:chgData name="Riccardo Berta" userId="c8694f89-bba4-4576-b0a8-456619ca5a8c" providerId="ADAL" clId="{97383AD6-40CD-6A43-8934-40A237B55ECF}" dt="2023-03-23T09:45:53.742" v="522"/>
          <ac:picMkLst>
            <pc:docMk/>
            <pc:sldMk cId="0" sldId="272"/>
            <ac:picMk id="272" creationId="{00000000-0000-0000-0000-000000000000}"/>
          </ac:picMkLst>
        </pc:picChg>
      </pc:sldChg>
      <pc:sldChg chg="delSp modSp mod">
        <pc:chgData name="Riccardo Berta" userId="c8694f89-bba4-4576-b0a8-456619ca5a8c" providerId="ADAL" clId="{97383AD6-40CD-6A43-8934-40A237B55ECF}" dt="2023-03-23T09:51:34.931" v="557" actId="478"/>
        <pc:sldMkLst>
          <pc:docMk/>
          <pc:sldMk cId="0" sldId="273"/>
        </pc:sldMkLst>
        <pc:grpChg chg="mod">
          <ac:chgData name="Riccardo Berta" userId="c8694f89-bba4-4576-b0a8-456619ca5a8c" providerId="ADAL" clId="{97383AD6-40CD-6A43-8934-40A237B55ECF}" dt="2023-03-23T09:50:25.628" v="554" actId="1035"/>
          <ac:grpSpMkLst>
            <pc:docMk/>
            <pc:sldMk cId="0" sldId="273"/>
            <ac:grpSpMk id="279" creationId="{00000000-0000-0000-0000-000000000000}"/>
          </ac:grpSpMkLst>
        </pc:grpChg>
        <pc:picChg chg="del">
          <ac:chgData name="Riccardo Berta" userId="c8694f89-bba4-4576-b0a8-456619ca5a8c" providerId="ADAL" clId="{97383AD6-40CD-6A43-8934-40A237B55ECF}" dt="2023-03-23T09:51:34.931" v="557" actId="478"/>
          <ac:picMkLst>
            <pc:docMk/>
            <pc:sldMk cId="0" sldId="273"/>
            <ac:picMk id="283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9:50:20.251" v="551" actId="1036"/>
        <pc:sldMkLst>
          <pc:docMk/>
          <pc:sldMk cId="0" sldId="274"/>
        </pc:sldMkLst>
        <pc:spChg chg="mod">
          <ac:chgData name="Riccardo Berta" userId="c8694f89-bba4-4576-b0a8-456619ca5a8c" providerId="ADAL" clId="{97383AD6-40CD-6A43-8934-40A237B55ECF}" dt="2023-03-23T09:50:14.688" v="543" actId="20577"/>
          <ac:spMkLst>
            <pc:docMk/>
            <pc:sldMk cId="0" sldId="274"/>
            <ac:spMk id="289" creationId="{00000000-0000-0000-0000-000000000000}"/>
          </ac:spMkLst>
        </pc:spChg>
        <pc:grpChg chg="mod">
          <ac:chgData name="Riccardo Berta" userId="c8694f89-bba4-4576-b0a8-456619ca5a8c" providerId="ADAL" clId="{97383AD6-40CD-6A43-8934-40A237B55ECF}" dt="2023-03-23T09:50:20.251" v="551" actId="1036"/>
          <ac:grpSpMkLst>
            <pc:docMk/>
            <pc:sldMk cId="0" sldId="274"/>
            <ac:grpSpMk id="290" creationId="{00000000-0000-0000-0000-000000000000}"/>
          </ac:grpSpMkLst>
        </pc:grpChg>
        <pc:picChg chg="mod">
          <ac:chgData name="Riccardo Berta" userId="c8694f89-bba4-4576-b0a8-456619ca5a8c" providerId="ADAL" clId="{97383AD6-40CD-6A43-8934-40A237B55ECF}" dt="2023-03-23T09:49:55.910" v="534" actId="1038"/>
          <ac:picMkLst>
            <pc:docMk/>
            <pc:sldMk cId="0" sldId="274"/>
            <ac:picMk id="296" creationId="{00000000-0000-0000-0000-000000000000}"/>
          </ac:picMkLst>
        </pc:picChg>
      </pc:sldChg>
      <pc:sldChg chg="modSp">
        <pc:chgData name="Riccardo Berta" userId="c8694f89-bba4-4576-b0a8-456619ca5a8c" providerId="ADAL" clId="{97383AD6-40CD-6A43-8934-40A237B55ECF}" dt="2023-03-23T09:51:00.524" v="555"/>
        <pc:sldMkLst>
          <pc:docMk/>
          <pc:sldMk cId="0" sldId="275"/>
        </pc:sldMkLst>
        <pc:picChg chg="mod">
          <ac:chgData name="Riccardo Berta" userId="c8694f89-bba4-4576-b0a8-456619ca5a8c" providerId="ADAL" clId="{97383AD6-40CD-6A43-8934-40A237B55ECF}" dt="2023-03-23T09:51:00.524" v="555"/>
          <ac:picMkLst>
            <pc:docMk/>
            <pc:sldMk cId="0" sldId="275"/>
            <ac:picMk id="306" creationId="{00000000-0000-0000-0000-000000000000}"/>
          </ac:picMkLst>
        </pc:picChg>
      </pc:sldChg>
      <pc:sldChg chg="modSp">
        <pc:chgData name="Riccardo Berta" userId="c8694f89-bba4-4576-b0a8-456619ca5a8c" providerId="ADAL" clId="{97383AD6-40CD-6A43-8934-40A237B55ECF}" dt="2023-03-23T09:51:31.272" v="556"/>
        <pc:sldMkLst>
          <pc:docMk/>
          <pc:sldMk cId="0" sldId="276"/>
        </pc:sldMkLst>
        <pc:picChg chg="mod">
          <ac:chgData name="Riccardo Berta" userId="c8694f89-bba4-4576-b0a8-456619ca5a8c" providerId="ADAL" clId="{97383AD6-40CD-6A43-8934-40A237B55ECF}" dt="2023-03-23T09:51:31.272" v="556"/>
          <ac:picMkLst>
            <pc:docMk/>
            <pc:sldMk cId="0" sldId="276"/>
            <ac:picMk id="317" creationId="{00000000-0000-0000-0000-000000000000}"/>
          </ac:picMkLst>
        </pc:picChg>
      </pc:sldChg>
      <pc:sldChg chg="modSp mod">
        <pc:chgData name="Riccardo Berta" userId="c8694f89-bba4-4576-b0a8-456619ca5a8c" providerId="ADAL" clId="{97383AD6-40CD-6A43-8934-40A237B55ECF}" dt="2023-03-23T09:51:53.369" v="558" actId="20577"/>
        <pc:sldMkLst>
          <pc:docMk/>
          <pc:sldMk cId="0" sldId="277"/>
        </pc:sldMkLst>
        <pc:spChg chg="mod">
          <ac:chgData name="Riccardo Berta" userId="c8694f89-bba4-4576-b0a8-456619ca5a8c" providerId="ADAL" clId="{97383AD6-40CD-6A43-8934-40A237B55ECF}" dt="2023-03-23T09:51:53.369" v="558" actId="20577"/>
          <ac:spMkLst>
            <pc:docMk/>
            <pc:sldMk cId="0" sldId="277"/>
            <ac:spMk id="323" creationId="{00000000-0000-0000-0000-000000000000}"/>
          </ac:spMkLst>
        </pc:spChg>
      </pc:sldChg>
    </pc:docChg>
  </pc:docChgLst>
  <pc:docChgLst>
    <pc:chgData name="Riccardo Berta" userId="c8694f89-bba4-4576-b0a8-456619ca5a8c" providerId="ADAL" clId="{3F77A462-6347-E641-AA99-0C769B8B031A}"/>
    <pc:docChg chg="undo custSel modSld">
      <pc:chgData name="Riccardo Berta" userId="c8694f89-bba4-4576-b0a8-456619ca5a8c" providerId="ADAL" clId="{3F77A462-6347-E641-AA99-0C769B8B031A}" dt="2022-03-16T09:45:29.960" v="220" actId="20577"/>
      <pc:docMkLst>
        <pc:docMk/>
      </pc:docMkLst>
      <pc:sldChg chg="addSp modSp mod modNotes">
        <pc:chgData name="Riccardo Berta" userId="c8694f89-bba4-4576-b0a8-456619ca5a8c" providerId="ADAL" clId="{3F77A462-6347-E641-AA99-0C769B8B031A}" dt="2022-03-11T12:13:12.844" v="32" actId="1076"/>
        <pc:sldMkLst>
          <pc:docMk/>
          <pc:sldMk cId="0" sldId="257"/>
        </pc:sldMkLst>
        <pc:spChg chg="mod">
          <ac:chgData name="Riccardo Berta" userId="c8694f89-bba4-4576-b0a8-456619ca5a8c" providerId="ADAL" clId="{3F77A462-6347-E641-AA99-0C769B8B031A}" dt="2022-03-11T12:13:10.767" v="31" actId="1076"/>
          <ac:spMkLst>
            <pc:docMk/>
            <pc:sldMk cId="0" sldId="257"/>
            <ac:spMk id="137" creationId="{00000000-0000-0000-0000-000000000000}"/>
          </ac:spMkLst>
        </pc:spChg>
        <pc:picChg chg="mod">
          <ac:chgData name="Riccardo Berta" userId="c8694f89-bba4-4576-b0a8-456619ca5a8c" providerId="ADAL" clId="{3F77A462-6347-E641-AA99-0C769B8B031A}" dt="2022-03-09T07:50:58.538" v="0"/>
          <ac:picMkLst>
            <pc:docMk/>
            <pc:sldMk cId="0" sldId="257"/>
            <ac:picMk id="138" creationId="{00000000-0000-0000-0000-000000000000}"/>
          </ac:picMkLst>
        </pc:picChg>
        <pc:picChg chg="add mod">
          <ac:chgData name="Riccardo Berta" userId="c8694f89-bba4-4576-b0a8-456619ca5a8c" providerId="ADAL" clId="{3F77A462-6347-E641-AA99-0C769B8B031A}" dt="2022-03-11T12:13:12.844" v="32" actId="1076"/>
          <ac:picMkLst>
            <pc:docMk/>
            <pc:sldMk cId="0" sldId="257"/>
            <ac:picMk id="1026" creationId="{C8FFA10B-2EBE-A649-BE34-AB2456924AC7}"/>
          </ac:picMkLst>
        </pc:picChg>
      </pc:sldChg>
      <pc:sldChg chg="modSp mod">
        <pc:chgData name="Riccardo Berta" userId="c8694f89-bba4-4576-b0a8-456619ca5a8c" providerId="ADAL" clId="{3F77A462-6347-E641-AA99-0C769B8B031A}" dt="2022-03-11T12:13:55.107" v="34" actId="1076"/>
        <pc:sldMkLst>
          <pc:docMk/>
          <pc:sldMk cId="0" sldId="258"/>
        </pc:sldMkLst>
        <pc:picChg chg="mod">
          <ac:chgData name="Riccardo Berta" userId="c8694f89-bba4-4576-b0a8-456619ca5a8c" providerId="ADAL" clId="{3F77A462-6347-E641-AA99-0C769B8B031A}" dt="2022-03-11T12:13:55.107" v="34" actId="1076"/>
          <ac:picMkLst>
            <pc:docMk/>
            <pc:sldMk cId="0" sldId="258"/>
            <ac:picMk id="145" creationId="{00000000-0000-0000-0000-000000000000}"/>
          </ac:picMkLst>
        </pc:picChg>
        <pc:picChg chg="mod">
          <ac:chgData name="Riccardo Berta" userId="c8694f89-bba4-4576-b0a8-456619ca5a8c" providerId="ADAL" clId="{3F77A462-6347-E641-AA99-0C769B8B031A}" dt="2022-03-09T07:51:15.296" v="1"/>
          <ac:picMkLst>
            <pc:docMk/>
            <pc:sldMk cId="0" sldId="258"/>
            <ac:picMk id="146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1:41.496" v="3"/>
        <pc:sldMkLst>
          <pc:docMk/>
          <pc:sldMk cId="0" sldId="259"/>
        </pc:sldMkLst>
        <pc:picChg chg="mod">
          <ac:chgData name="Riccardo Berta" userId="c8694f89-bba4-4576-b0a8-456619ca5a8c" providerId="ADAL" clId="{3F77A462-6347-E641-AA99-0C769B8B031A}" dt="2022-03-09T07:51:41.496" v="3"/>
          <ac:picMkLst>
            <pc:docMk/>
            <pc:sldMk cId="0" sldId="259"/>
            <ac:picMk id="171" creationId="{00000000-0000-0000-0000-000000000000}"/>
          </ac:picMkLst>
        </pc:picChg>
      </pc:sldChg>
      <pc:sldChg chg="modSp mod">
        <pc:chgData name="Riccardo Berta" userId="c8694f89-bba4-4576-b0a8-456619ca5a8c" providerId="ADAL" clId="{3F77A462-6347-E641-AA99-0C769B8B031A}" dt="2022-03-11T12:21:40.468" v="36" actId="167"/>
        <pc:sldMkLst>
          <pc:docMk/>
          <pc:sldMk cId="0" sldId="260"/>
        </pc:sldMkLst>
        <pc:picChg chg="mod">
          <ac:chgData name="Riccardo Berta" userId="c8694f89-bba4-4576-b0a8-456619ca5a8c" providerId="ADAL" clId="{3F77A462-6347-E641-AA99-0C769B8B031A}" dt="2022-03-11T12:21:40.468" v="36" actId="167"/>
          <ac:picMkLst>
            <pc:docMk/>
            <pc:sldMk cId="0" sldId="260"/>
            <ac:picMk id="179" creationId="{00000000-0000-0000-0000-000000000000}"/>
          </ac:picMkLst>
        </pc:picChg>
        <pc:picChg chg="mod">
          <ac:chgData name="Riccardo Berta" userId="c8694f89-bba4-4576-b0a8-456619ca5a8c" providerId="ADAL" clId="{3F77A462-6347-E641-AA99-0C769B8B031A}" dt="2022-03-09T07:52:02.933" v="4"/>
          <ac:picMkLst>
            <pc:docMk/>
            <pc:sldMk cId="0" sldId="260"/>
            <ac:picMk id="180" creationId="{00000000-0000-0000-0000-000000000000}"/>
          </ac:picMkLst>
        </pc:picChg>
      </pc:sldChg>
      <pc:sldChg chg="modSp mod">
        <pc:chgData name="Riccardo Berta" userId="c8694f89-bba4-4576-b0a8-456619ca5a8c" providerId="ADAL" clId="{3F77A462-6347-E641-AA99-0C769B8B031A}" dt="2022-03-09T07:52:21.749" v="6"/>
        <pc:sldMkLst>
          <pc:docMk/>
          <pc:sldMk cId="0" sldId="261"/>
        </pc:sldMkLst>
        <pc:picChg chg="mod">
          <ac:chgData name="Riccardo Berta" userId="c8694f89-bba4-4576-b0a8-456619ca5a8c" providerId="ADAL" clId="{3F77A462-6347-E641-AA99-0C769B8B031A}" dt="2022-03-09T07:52:21.749" v="6"/>
          <ac:picMkLst>
            <pc:docMk/>
            <pc:sldMk cId="0" sldId="261"/>
            <ac:picMk id="187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2:39.725" v="7"/>
        <pc:sldMkLst>
          <pc:docMk/>
          <pc:sldMk cId="0" sldId="262"/>
        </pc:sldMkLst>
        <pc:picChg chg="mod">
          <ac:chgData name="Riccardo Berta" userId="c8694f89-bba4-4576-b0a8-456619ca5a8c" providerId="ADAL" clId="{3F77A462-6347-E641-AA99-0C769B8B031A}" dt="2022-03-09T07:52:39.725" v="7"/>
          <ac:picMkLst>
            <pc:docMk/>
            <pc:sldMk cId="0" sldId="262"/>
            <ac:picMk id="194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2:55.942" v="8"/>
        <pc:sldMkLst>
          <pc:docMk/>
          <pc:sldMk cId="0" sldId="263"/>
        </pc:sldMkLst>
        <pc:picChg chg="mod">
          <ac:chgData name="Riccardo Berta" userId="c8694f89-bba4-4576-b0a8-456619ca5a8c" providerId="ADAL" clId="{3F77A462-6347-E641-AA99-0C769B8B031A}" dt="2022-03-09T07:52:55.942" v="8"/>
          <ac:picMkLst>
            <pc:docMk/>
            <pc:sldMk cId="0" sldId="263"/>
            <ac:picMk id="201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3:19.757" v="9"/>
        <pc:sldMkLst>
          <pc:docMk/>
          <pc:sldMk cId="0" sldId="265"/>
        </pc:sldMkLst>
        <pc:picChg chg="mod">
          <ac:chgData name="Riccardo Berta" userId="c8694f89-bba4-4576-b0a8-456619ca5a8c" providerId="ADAL" clId="{3F77A462-6347-E641-AA99-0C769B8B031A}" dt="2022-03-09T07:53:19.757" v="9"/>
          <ac:picMkLst>
            <pc:docMk/>
            <pc:sldMk cId="0" sldId="265"/>
            <ac:picMk id="215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3:34.123" v="10"/>
        <pc:sldMkLst>
          <pc:docMk/>
          <pc:sldMk cId="0" sldId="266"/>
        </pc:sldMkLst>
        <pc:picChg chg="mod">
          <ac:chgData name="Riccardo Berta" userId="c8694f89-bba4-4576-b0a8-456619ca5a8c" providerId="ADAL" clId="{3F77A462-6347-E641-AA99-0C769B8B031A}" dt="2022-03-09T07:53:34.123" v="10"/>
          <ac:picMkLst>
            <pc:docMk/>
            <pc:sldMk cId="0" sldId="266"/>
            <ac:picMk id="222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3:50.564" v="11"/>
        <pc:sldMkLst>
          <pc:docMk/>
          <pc:sldMk cId="0" sldId="267"/>
        </pc:sldMkLst>
        <pc:picChg chg="mod">
          <ac:chgData name="Riccardo Berta" userId="c8694f89-bba4-4576-b0a8-456619ca5a8c" providerId="ADAL" clId="{3F77A462-6347-E641-AA99-0C769B8B031A}" dt="2022-03-09T07:53:50.564" v="11"/>
          <ac:picMkLst>
            <pc:docMk/>
            <pc:sldMk cId="0" sldId="267"/>
            <ac:picMk id="229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4:05.287" v="12"/>
        <pc:sldMkLst>
          <pc:docMk/>
          <pc:sldMk cId="0" sldId="268"/>
        </pc:sldMkLst>
        <pc:picChg chg="mod">
          <ac:chgData name="Riccardo Berta" userId="c8694f89-bba4-4576-b0a8-456619ca5a8c" providerId="ADAL" clId="{3F77A462-6347-E641-AA99-0C769B8B031A}" dt="2022-03-09T07:54:05.287" v="12"/>
          <ac:picMkLst>
            <pc:docMk/>
            <pc:sldMk cId="0" sldId="268"/>
            <ac:picMk id="236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4:21.879" v="13"/>
        <pc:sldMkLst>
          <pc:docMk/>
          <pc:sldMk cId="0" sldId="269"/>
        </pc:sldMkLst>
        <pc:picChg chg="mod">
          <ac:chgData name="Riccardo Berta" userId="c8694f89-bba4-4576-b0a8-456619ca5a8c" providerId="ADAL" clId="{3F77A462-6347-E641-AA99-0C769B8B031A}" dt="2022-03-09T07:54:21.879" v="13"/>
          <ac:picMkLst>
            <pc:docMk/>
            <pc:sldMk cId="0" sldId="269"/>
            <ac:picMk id="250" creationId="{00000000-0000-0000-0000-000000000000}"/>
          </ac:picMkLst>
        </pc:picChg>
      </pc:sldChg>
      <pc:sldChg chg="modSp mod">
        <pc:chgData name="Riccardo Berta" userId="c8694f89-bba4-4576-b0a8-456619ca5a8c" providerId="ADAL" clId="{3F77A462-6347-E641-AA99-0C769B8B031A}" dt="2022-03-11T12:28:10.724" v="44" actId="12"/>
        <pc:sldMkLst>
          <pc:docMk/>
          <pc:sldMk cId="0" sldId="270"/>
        </pc:sldMkLst>
        <pc:spChg chg="mod">
          <ac:chgData name="Riccardo Berta" userId="c8694f89-bba4-4576-b0a8-456619ca5a8c" providerId="ADAL" clId="{3F77A462-6347-E641-AA99-0C769B8B031A}" dt="2022-03-11T12:28:10.724" v="44" actId="12"/>
          <ac:spMkLst>
            <pc:docMk/>
            <pc:sldMk cId="0" sldId="270"/>
            <ac:spMk id="256" creationId="{00000000-0000-0000-0000-000000000000}"/>
          </ac:spMkLst>
        </pc:spChg>
        <pc:picChg chg="mod">
          <ac:chgData name="Riccardo Berta" userId="c8694f89-bba4-4576-b0a8-456619ca5a8c" providerId="ADAL" clId="{3F77A462-6347-E641-AA99-0C769B8B031A}" dt="2022-03-11T12:27:30.095" v="40" actId="1076"/>
          <ac:picMkLst>
            <pc:docMk/>
            <pc:sldMk cId="0" sldId="270"/>
            <ac:picMk id="257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5:07.493" v="17"/>
        <pc:sldMkLst>
          <pc:docMk/>
          <pc:sldMk cId="0" sldId="271"/>
        </pc:sldMkLst>
        <pc:picChg chg="mod">
          <ac:chgData name="Riccardo Berta" userId="c8694f89-bba4-4576-b0a8-456619ca5a8c" providerId="ADAL" clId="{3F77A462-6347-E641-AA99-0C769B8B031A}" dt="2022-03-09T07:55:07.493" v="17"/>
          <ac:picMkLst>
            <pc:docMk/>
            <pc:sldMk cId="0" sldId="271"/>
            <ac:picMk id="264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5:31.746" v="18"/>
        <pc:sldMkLst>
          <pc:docMk/>
          <pc:sldMk cId="0" sldId="272"/>
        </pc:sldMkLst>
        <pc:picChg chg="mod">
          <ac:chgData name="Riccardo Berta" userId="c8694f89-bba4-4576-b0a8-456619ca5a8c" providerId="ADAL" clId="{3F77A462-6347-E641-AA99-0C769B8B031A}" dt="2022-03-09T07:55:31.746" v="18"/>
          <ac:picMkLst>
            <pc:docMk/>
            <pc:sldMk cId="0" sldId="272"/>
            <ac:picMk id="272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8:55.124" v="22"/>
        <pc:sldMkLst>
          <pc:docMk/>
          <pc:sldMk cId="0" sldId="273"/>
        </pc:sldMkLst>
        <pc:picChg chg="mod">
          <ac:chgData name="Riccardo Berta" userId="c8694f89-bba4-4576-b0a8-456619ca5a8c" providerId="ADAL" clId="{3F77A462-6347-E641-AA99-0C769B8B031A}" dt="2022-03-09T07:58:55.124" v="22"/>
          <ac:picMkLst>
            <pc:docMk/>
            <pc:sldMk cId="0" sldId="273"/>
            <ac:picMk id="283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7:44.129" v="19"/>
        <pc:sldMkLst>
          <pc:docMk/>
          <pc:sldMk cId="0" sldId="274"/>
        </pc:sldMkLst>
        <pc:picChg chg="mod">
          <ac:chgData name="Riccardo Berta" userId="c8694f89-bba4-4576-b0a8-456619ca5a8c" providerId="ADAL" clId="{3F77A462-6347-E641-AA99-0C769B8B031A}" dt="2022-03-09T07:57:44.129" v="19"/>
          <ac:picMkLst>
            <pc:docMk/>
            <pc:sldMk cId="0" sldId="274"/>
            <ac:picMk id="296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7:58.927" v="20"/>
        <pc:sldMkLst>
          <pc:docMk/>
          <pc:sldMk cId="0" sldId="275"/>
        </pc:sldMkLst>
        <pc:picChg chg="mod">
          <ac:chgData name="Riccardo Berta" userId="c8694f89-bba4-4576-b0a8-456619ca5a8c" providerId="ADAL" clId="{3F77A462-6347-E641-AA99-0C769B8B031A}" dt="2022-03-09T07:57:58.927" v="20"/>
          <ac:picMkLst>
            <pc:docMk/>
            <pc:sldMk cId="0" sldId="275"/>
            <ac:picMk id="306" creationId="{00000000-0000-0000-0000-000000000000}"/>
          </ac:picMkLst>
        </pc:picChg>
      </pc:sldChg>
      <pc:sldChg chg="modSp">
        <pc:chgData name="Riccardo Berta" userId="c8694f89-bba4-4576-b0a8-456619ca5a8c" providerId="ADAL" clId="{3F77A462-6347-E641-AA99-0C769B8B031A}" dt="2022-03-09T07:58:20.112" v="21"/>
        <pc:sldMkLst>
          <pc:docMk/>
          <pc:sldMk cId="0" sldId="276"/>
        </pc:sldMkLst>
        <pc:picChg chg="mod">
          <ac:chgData name="Riccardo Berta" userId="c8694f89-bba4-4576-b0a8-456619ca5a8c" providerId="ADAL" clId="{3F77A462-6347-E641-AA99-0C769B8B031A}" dt="2022-03-09T07:58:20.112" v="21"/>
          <ac:picMkLst>
            <pc:docMk/>
            <pc:sldMk cId="0" sldId="276"/>
            <ac:picMk id="317" creationId="{00000000-0000-0000-0000-000000000000}"/>
          </ac:picMkLst>
        </pc:picChg>
      </pc:sldChg>
      <pc:sldChg chg="modSp mod">
        <pc:chgData name="Riccardo Berta" userId="c8694f89-bba4-4576-b0a8-456619ca5a8c" providerId="ADAL" clId="{3F77A462-6347-E641-AA99-0C769B8B031A}" dt="2022-03-16T09:45:29.960" v="220" actId="20577"/>
        <pc:sldMkLst>
          <pc:docMk/>
          <pc:sldMk cId="0" sldId="277"/>
        </pc:sldMkLst>
        <pc:spChg chg="mod">
          <ac:chgData name="Riccardo Berta" userId="c8694f89-bba4-4576-b0a8-456619ca5a8c" providerId="ADAL" clId="{3F77A462-6347-E641-AA99-0C769B8B031A}" dt="2022-03-16T09:45:29.960" v="220" actId="20577"/>
          <ac:spMkLst>
            <pc:docMk/>
            <pc:sldMk cId="0" sldId="277"/>
            <ac:spMk id="3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2671ba8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2671ba8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2671ba84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2671ba84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0b85365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0b85365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2671ba843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2671ba843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2671ba843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2671ba843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2671ba843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2671ba843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52671ba843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52671ba843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527bfafe4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527bfafe4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b853654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b853654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27bfafe4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27bfafe4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27bfafe4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27bfafe4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0b853654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0b853654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b853654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b853654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0b853654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0b853654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5253e09d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5253e09d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5253e09db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5253e09db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55253e09db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55253e09db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55253e09db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55253e09db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55253e09db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55253e09db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eed6aedb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eed6aedb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70" name="Google Shape;70;p15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age1fDgLTZJuNv28XHnRXQBuAIP4oKC7nISu9Ni1iJeig?e=fs6kU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R19bF2-xalPlp6ECTq_qEAB5_-kSXw3wrkhZXcJTls5jA?e=I3pd1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U1pcns794NGqKWj2XKJjREBFGR1MEQvbWhpCiu_7xQMlQ?e=0Psu3X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bT5n4dH5V1MsmVncgpOIwQBwic_gwnlx-08ZYuPSIXvsA?e=H2H5Aw" TargetMode="Externa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d48-MFzJTNOqo8-CVlLBnkBLMhBltoYSt7s6sdPyytQ4w?e=P3BpLJ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a.org/assignments/message-headers/message-headers.x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aLpHRhNSY1Oh6BiOqCM3XQBdNh-Ju9nGYvtL2IMYKVPow?e=6FdaeO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a.org/assignments/media-types/media-types.x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TLuwRLVnUBPn-784xmdn-UBCI0pwYcqs_oHzop0RZNCPQ?e=EOTLF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RGdjyfk8Y1Co9HLWtUFzzwBgxVuVNYtIwGMzZJGJYqmvw?e=QQH7C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ZD9er7PsO5EiBCN8uHOSzQBBUC04dPx8S30S7QQxhv4ZQ?e=wwJDYx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Tro30lhIk9No-Ypu2BfhQABam6Y7CrjVDfjDVrq4rAmZQ?e=r0WKt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html/rfc825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bc7xjZSSThChc1NkAFnLzwBGb0yzBr7k1NCAAj5xQCrSA?e=SXKfqi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dQysRW8rL1IvJ8COwCK-zQBN0tmawBJJF_rTQ7yoqRn3g?e=RJdmV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e1K6NBSCKpGo1ROWbWQpKIB3dyDY8NYnJDOq25Fu4AgaA?e=9ITmco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WXS-PZnETRKvT2R6J627-sBMdEZtjAYWC2ckjgW5xVmow?e=7PeIg7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unigeit-my.sharepoint.com/:v:/g/personal/riccardo_berta_unige_it/Ee0ZU6KT_ttEqHiFZ9rt1xkBGPhfWSE01x0u9lVGqAFAkA?e=zyCcby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emstCR2lJ1IqFno0MlvffsBHi0Y-aZwmXD_sRll6duXCA?e=iDRiWV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fVu259UFXBKuN6MTTkxDukBlBYUGJ-xTTa-Zoo5wJCwGA?e=UGyN6c" TargetMode="Externa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ZLzfKoSZJNJnt5bmBqffaABlUK_P7OjbUuXE3EGi786KA?e=WOGyiU" TargetMode="Externa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dpgJv_xwUpNrSB7jKhlEewB87RWzkGB_9CdyqBEj1e7VA?e=uKr2r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placeholder.typicode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ctrTitle"/>
          </p:nvPr>
        </p:nvSpPr>
        <p:spPr>
          <a:xfrm>
            <a:off x="3013119" y="2587250"/>
            <a:ext cx="3152100" cy="13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HTTP and Postman</a:t>
            </a:r>
            <a:endParaRPr dirty="0"/>
          </a:p>
        </p:txBody>
      </p:sp>
      <p:grpSp>
        <p:nvGrpSpPr>
          <p:cNvPr id="116" name="Google Shape;116;p25"/>
          <p:cNvGrpSpPr/>
          <p:nvPr/>
        </p:nvGrpSpPr>
        <p:grpSpPr>
          <a:xfrm>
            <a:off x="4991502" y="202216"/>
            <a:ext cx="3988156" cy="1681357"/>
            <a:chOff x="596595" y="1681625"/>
            <a:chExt cx="7590704" cy="3377576"/>
          </a:xfrm>
        </p:grpSpPr>
        <p:pic>
          <p:nvPicPr>
            <p:cNvPr id="117" name="Google Shape;11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00" y="3485357"/>
              <a:ext cx="1051800" cy="715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25"/>
            <p:cNvSpPr/>
            <p:nvPr/>
          </p:nvSpPr>
          <p:spPr>
            <a:xfrm>
              <a:off x="1929869" y="3438494"/>
              <a:ext cx="2529576" cy="1548504"/>
            </a:xfrm>
            <a:prstGeom prst="cloud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9" name="Google Shape;119;p25"/>
            <p:cNvCxnSpPr>
              <a:stCxn id="120" idx="3"/>
            </p:cNvCxnSpPr>
            <p:nvPr/>
          </p:nvCxnSpPr>
          <p:spPr>
            <a:xfrm>
              <a:off x="1937776" y="3426272"/>
              <a:ext cx="427200" cy="237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20" name="Google Shape;120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595" y="2978971"/>
              <a:ext cx="1341180" cy="89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69970" y="1681625"/>
              <a:ext cx="921151" cy="772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2" name="Google Shape;122;p25"/>
            <p:cNvCxnSpPr>
              <a:stCxn id="121" idx="2"/>
              <a:endCxn id="118" idx="3"/>
            </p:cNvCxnSpPr>
            <p:nvPr/>
          </p:nvCxnSpPr>
          <p:spPr>
            <a:xfrm>
              <a:off x="2830546" y="2454075"/>
              <a:ext cx="364200" cy="1073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23" name="Google Shape;123;p25"/>
            <p:cNvPicPr preferRelativeResize="0"/>
            <p:nvPr/>
          </p:nvPicPr>
          <p:blipFill rotWithShape="1">
            <a:blip r:embed="rId6">
              <a:alphaModFix/>
            </a:blip>
            <a:srcRect l="7526" t="9500" r="8376" b="35009"/>
            <a:stretch/>
          </p:blipFill>
          <p:spPr>
            <a:xfrm rot="5400000">
              <a:off x="6395675" y="3267576"/>
              <a:ext cx="2271976" cy="131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85380" y="3787000"/>
              <a:ext cx="504057" cy="325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5" name="Google Shape;125;p25"/>
            <p:cNvCxnSpPr/>
            <p:nvPr/>
          </p:nvCxnSpPr>
          <p:spPr>
            <a:xfrm>
              <a:off x="4459430" y="3920656"/>
              <a:ext cx="254100" cy="5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25"/>
            <p:cNvCxnSpPr/>
            <p:nvPr/>
          </p:nvCxnSpPr>
          <p:spPr>
            <a:xfrm>
              <a:off x="5765300" y="3919166"/>
              <a:ext cx="365400" cy="8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127;p25"/>
            <p:cNvCxnSpPr>
              <a:stCxn id="124" idx="3"/>
              <a:endCxn id="124" idx="3"/>
            </p:cNvCxnSpPr>
            <p:nvPr/>
          </p:nvCxnSpPr>
          <p:spPr>
            <a:xfrm>
              <a:off x="6589437" y="3949600"/>
              <a:ext cx="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128;p25"/>
            <p:cNvCxnSpPr>
              <a:stCxn id="124" idx="3"/>
            </p:cNvCxnSpPr>
            <p:nvPr/>
          </p:nvCxnSpPr>
          <p:spPr>
            <a:xfrm>
              <a:off x="6589437" y="3949600"/>
              <a:ext cx="304200" cy="84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29" name="Google Shape;129;p2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42954" y="3807661"/>
              <a:ext cx="1311275" cy="815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2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012750" y="4200575"/>
              <a:ext cx="576750" cy="8157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25"/>
          <p:cNvSpPr/>
          <p:nvPr/>
        </p:nvSpPr>
        <p:spPr>
          <a:xfrm>
            <a:off x="6778423" y="1024777"/>
            <a:ext cx="650827" cy="53717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1;p25">
            <a:extLst>
              <a:ext uri="{FF2B5EF4-FFF2-40B4-BE49-F238E27FC236}">
                <a16:creationId xmlns:a16="http://schemas.microsoft.com/office/drawing/2014/main" id="{891E7848-4BFF-DFA1-4A13-66755AC81076}"/>
              </a:ext>
            </a:extLst>
          </p:cNvPr>
          <p:cNvSpPr/>
          <p:nvPr/>
        </p:nvSpPr>
        <p:spPr>
          <a:xfrm>
            <a:off x="5463758" y="825737"/>
            <a:ext cx="650827" cy="53717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1;p25">
            <a:extLst>
              <a:ext uri="{FF2B5EF4-FFF2-40B4-BE49-F238E27FC236}">
                <a16:creationId xmlns:a16="http://schemas.microsoft.com/office/drawing/2014/main" id="{D597E679-6D68-6BFE-9C79-05B3DF035F6A}"/>
              </a:ext>
            </a:extLst>
          </p:cNvPr>
          <p:cNvSpPr/>
          <p:nvPr/>
        </p:nvSpPr>
        <p:spPr>
          <a:xfrm>
            <a:off x="5909215" y="460880"/>
            <a:ext cx="788944" cy="728248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162750" y="1300892"/>
            <a:ext cx="8818500" cy="5209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Hypertext Transfer Protocol </a:t>
            </a:r>
            <a:r>
              <a:rPr lang="en-GB" dirty="0"/>
              <a:t>(HTTP)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application-level protocol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distributed, collaborative, </a:t>
            </a:r>
            <a:br>
              <a:rPr lang="en-GB" dirty="0"/>
            </a:br>
            <a:r>
              <a:rPr lang="en-GB" dirty="0"/>
              <a:t>hypermedia information systems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foundation for data communication for the World Wide Web since 1990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HTTP is </a:t>
            </a:r>
            <a:r>
              <a:rPr lang="en-GB" b="1" dirty="0"/>
              <a:t>generic</a:t>
            </a:r>
            <a:r>
              <a:rPr lang="en-GB" dirty="0"/>
              <a:t> and </a:t>
            </a:r>
            <a:r>
              <a:rPr lang="en-GB" b="1" dirty="0"/>
              <a:t>stateless</a:t>
            </a:r>
            <a:r>
              <a:rPr lang="en-GB" dirty="0"/>
              <a:t> protocol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used for different purposes based on its request methods, error codes, and headers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Basically, it is a TCP/IP based communication protocol, used to </a:t>
            </a:r>
            <a:r>
              <a:rPr lang="en-GB" b="1" dirty="0"/>
              <a:t>deliver data </a:t>
            </a:r>
            <a:r>
              <a:rPr lang="en-GB" dirty="0"/>
              <a:t>(HTML files, image files, query results, etc.) on the World Wide Web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default </a:t>
            </a:r>
            <a:r>
              <a:rPr lang="en-GB" b="1" dirty="0"/>
              <a:t>port is TCP 80</a:t>
            </a:r>
            <a:r>
              <a:rPr lang="en-GB" dirty="0"/>
              <a:t>, but other ports can be used as well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Provides a standardized way for computers to communicate with each other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HTTP specification: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how clients request data will be constructed and sent to the server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how the servers respond to these requests</a:t>
            </a: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38" name="Google Shape;138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1475" y="6043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Beckhoff Information System - English">
            <a:extLst>
              <a:ext uri="{FF2B5EF4-FFF2-40B4-BE49-F238E27FC236}">
                <a16:creationId xmlns:a16="http://schemas.microsoft.com/office/drawing/2014/main" id="{C8FFA10B-2EBE-A649-BE34-AB2456924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" t="3644" r="1369" b="8105"/>
          <a:stretch/>
        </p:blipFill>
        <p:spPr bwMode="auto">
          <a:xfrm>
            <a:off x="4572000" y="732475"/>
            <a:ext cx="4292281" cy="184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features</a:t>
            </a:r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1"/>
          </p:nvPr>
        </p:nvSpPr>
        <p:spPr>
          <a:xfrm>
            <a:off x="231275" y="1001616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b="1" dirty="0"/>
              <a:t>Connectionless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client initiates </a:t>
            </a:r>
            <a:r>
              <a:rPr lang="en-GB" b="1" dirty="0"/>
              <a:t>requests</a:t>
            </a:r>
            <a:r>
              <a:rPr lang="en-GB" dirty="0"/>
              <a:t> and waits for the </a:t>
            </a:r>
            <a:r>
              <a:rPr lang="en-GB" b="1" dirty="0"/>
              <a:t>response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server processes the request and sends a response back 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after that client disconnect the connection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client and server knows about each other during current request and response only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b="1" dirty="0"/>
              <a:t>Media Independent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any type of data can be sent by HTTP as long as both the client and the server know how to handle the data content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it is required only to specify the content type using appropriate MIME-type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Stateless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server and client are aware of each other only during a current request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afterwards, both of them forget about each other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neither the client nor the server retains information between different requests</a:t>
            </a:r>
            <a:endParaRPr dirty="0"/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882" y="4991514"/>
            <a:ext cx="5783663" cy="1445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9425" y="5171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Elements</a:t>
            </a: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950" y="1455850"/>
            <a:ext cx="2750875" cy="5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5450" y="3520316"/>
            <a:ext cx="3786525" cy="12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8"/>
          <p:cNvSpPr txBox="1"/>
          <p:nvPr/>
        </p:nvSpPr>
        <p:spPr>
          <a:xfrm>
            <a:off x="7480300" y="1426050"/>
            <a:ext cx="1256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/>
              <a:t>REQUEST</a:t>
            </a:r>
            <a:endParaRPr b="1" u="sng"/>
          </a:p>
        </p:txBody>
      </p:sp>
      <p:cxnSp>
        <p:nvCxnSpPr>
          <p:cNvPr id="155" name="Google Shape;155;p28"/>
          <p:cNvCxnSpPr>
            <a:stCxn id="154" idx="1"/>
            <a:endCxn id="152" idx="3"/>
          </p:cNvCxnSpPr>
          <p:nvPr/>
        </p:nvCxnSpPr>
        <p:spPr>
          <a:xfrm flipH="1">
            <a:off x="5535700" y="1684650"/>
            <a:ext cx="1944600" cy="30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" name="Google Shape;156;p28"/>
          <p:cNvSpPr txBox="1"/>
          <p:nvPr/>
        </p:nvSpPr>
        <p:spPr>
          <a:xfrm>
            <a:off x="311700" y="1113200"/>
            <a:ext cx="14622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Method</a:t>
            </a:r>
            <a:r>
              <a:rPr lang="en-GB"/>
              <a:t>: GET, POST, PUT, DELETE</a:t>
            </a:r>
            <a:endParaRPr/>
          </a:p>
        </p:txBody>
      </p:sp>
      <p:cxnSp>
        <p:nvCxnSpPr>
          <p:cNvPr id="157" name="Google Shape;157;p28"/>
          <p:cNvCxnSpPr>
            <a:stCxn id="156" idx="3"/>
          </p:cNvCxnSpPr>
          <p:nvPr/>
        </p:nvCxnSpPr>
        <p:spPr>
          <a:xfrm>
            <a:off x="1773900" y="1499600"/>
            <a:ext cx="1009800" cy="35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8" name="Google Shape;158;p28"/>
          <p:cNvSpPr txBox="1"/>
          <p:nvPr/>
        </p:nvSpPr>
        <p:spPr>
          <a:xfrm>
            <a:off x="735950" y="2411425"/>
            <a:ext cx="43038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Path of the </a:t>
            </a:r>
            <a:r>
              <a:rPr lang="en-GB" b="1"/>
              <a:t>resource</a:t>
            </a:r>
            <a:r>
              <a:rPr lang="en-GB"/>
              <a:t> the request applies to (can be a file, or anything that can be transferred as if it is a file). It can be generated on the fly</a:t>
            </a:r>
            <a:endParaRPr/>
          </a:p>
        </p:txBody>
      </p:sp>
      <p:cxnSp>
        <p:nvCxnSpPr>
          <p:cNvPr id="159" name="Google Shape;159;p28"/>
          <p:cNvCxnSpPr>
            <a:stCxn id="158" idx="0"/>
          </p:cNvCxnSpPr>
          <p:nvPr/>
        </p:nvCxnSpPr>
        <p:spPr>
          <a:xfrm rot="10800000" flipH="1">
            <a:off x="2887850" y="1604725"/>
            <a:ext cx="768000" cy="806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0" name="Google Shape;160;p28"/>
          <p:cNvSpPr txBox="1"/>
          <p:nvPr/>
        </p:nvSpPr>
        <p:spPr>
          <a:xfrm>
            <a:off x="5635200" y="967975"/>
            <a:ext cx="2502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 protocol version</a:t>
            </a:r>
            <a:endParaRPr/>
          </a:p>
        </p:txBody>
      </p:sp>
      <p:cxnSp>
        <p:nvCxnSpPr>
          <p:cNvPr id="161" name="Google Shape;161;p28"/>
          <p:cNvCxnSpPr>
            <a:stCxn id="160" idx="1"/>
          </p:cNvCxnSpPr>
          <p:nvPr/>
        </p:nvCxnSpPr>
        <p:spPr>
          <a:xfrm flipH="1">
            <a:off x="4785900" y="1154125"/>
            <a:ext cx="849300" cy="29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2" name="Google Shape;162;p28"/>
          <p:cNvSpPr txBox="1"/>
          <p:nvPr/>
        </p:nvSpPr>
        <p:spPr>
          <a:xfrm>
            <a:off x="7480300" y="3884200"/>
            <a:ext cx="1256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/>
              <a:t>RESPONSE</a:t>
            </a:r>
            <a:endParaRPr b="1" u="sng"/>
          </a:p>
        </p:txBody>
      </p:sp>
      <p:cxnSp>
        <p:nvCxnSpPr>
          <p:cNvPr id="163" name="Google Shape;163;p28"/>
          <p:cNvCxnSpPr>
            <a:stCxn id="162" idx="1"/>
          </p:cNvCxnSpPr>
          <p:nvPr/>
        </p:nvCxnSpPr>
        <p:spPr>
          <a:xfrm rot="10800000">
            <a:off x="6271900" y="4130200"/>
            <a:ext cx="1208400" cy="1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" name="Google Shape;164;p28"/>
          <p:cNvSpPr txBox="1"/>
          <p:nvPr/>
        </p:nvSpPr>
        <p:spPr>
          <a:xfrm>
            <a:off x="5733100" y="4621013"/>
            <a:ext cx="32661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Status code</a:t>
            </a:r>
            <a:r>
              <a:rPr lang="en-GB"/>
              <a:t> (200 mean succeeded, 4XX something wrong in the request, 5XX an error happened on the server )</a:t>
            </a:r>
            <a:endParaRPr/>
          </a:p>
        </p:txBody>
      </p:sp>
      <p:cxnSp>
        <p:nvCxnSpPr>
          <p:cNvPr id="165" name="Google Shape;165;p28"/>
          <p:cNvCxnSpPr>
            <a:stCxn id="164" idx="1"/>
          </p:cNvCxnSpPr>
          <p:nvPr/>
        </p:nvCxnSpPr>
        <p:spPr>
          <a:xfrm rot="10800000">
            <a:off x="3732400" y="3669713"/>
            <a:ext cx="2000700" cy="133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6" name="Google Shape;166;p28"/>
          <p:cNvSpPr txBox="1"/>
          <p:nvPr/>
        </p:nvSpPr>
        <p:spPr>
          <a:xfrm>
            <a:off x="5991975" y="2476275"/>
            <a:ext cx="30537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Headers</a:t>
            </a:r>
            <a:r>
              <a:rPr lang="en-GB"/>
              <a:t>: lines in the form “name: value” to specify extra information (e.g. the content type) </a:t>
            </a:r>
            <a:endParaRPr/>
          </a:p>
        </p:txBody>
      </p:sp>
      <p:cxnSp>
        <p:nvCxnSpPr>
          <p:cNvPr id="167" name="Google Shape;167;p28"/>
          <p:cNvCxnSpPr>
            <a:stCxn id="166" idx="1"/>
          </p:cNvCxnSpPr>
          <p:nvPr/>
        </p:nvCxnSpPr>
        <p:spPr>
          <a:xfrm flipH="1">
            <a:off x="4283475" y="2832375"/>
            <a:ext cx="1708500" cy="113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8" name="Google Shape;168;p28"/>
          <p:cNvCxnSpPr>
            <a:stCxn id="166" idx="1"/>
          </p:cNvCxnSpPr>
          <p:nvPr/>
        </p:nvCxnSpPr>
        <p:spPr>
          <a:xfrm rot="10800000">
            <a:off x="4821375" y="1756275"/>
            <a:ext cx="1170600" cy="107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9" name="Google Shape;169;p28"/>
          <p:cNvSpPr txBox="1"/>
          <p:nvPr/>
        </p:nvSpPr>
        <p:spPr>
          <a:xfrm>
            <a:off x="88100" y="5179650"/>
            <a:ext cx="25926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Body</a:t>
            </a:r>
            <a:r>
              <a:rPr lang="en-GB"/>
              <a:t> containing the data being sent (GET and DELETE no body, POST and PUT yes)</a:t>
            </a:r>
            <a:endParaRPr/>
          </a:p>
        </p:txBody>
      </p:sp>
      <p:cxnSp>
        <p:nvCxnSpPr>
          <p:cNvPr id="170" name="Google Shape;170;p28"/>
          <p:cNvCxnSpPr>
            <a:stCxn id="169" idx="0"/>
          </p:cNvCxnSpPr>
          <p:nvPr/>
        </p:nvCxnSpPr>
        <p:spPr>
          <a:xfrm rot="10800000" flipH="1">
            <a:off x="1384400" y="4820850"/>
            <a:ext cx="1238700" cy="35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71" name="Google Shape;171;p28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5450" y="6043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840" y="902225"/>
            <a:ext cx="3515825" cy="252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>
            <a:spLocks noGrp="1"/>
          </p:cNvSpPr>
          <p:nvPr>
            <p:ph type="body" idx="1"/>
          </p:nvPr>
        </p:nvSpPr>
        <p:spPr>
          <a:xfrm>
            <a:off x="311700" y="1225342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Resource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target of a request, which nature isn't defined </a:t>
            </a:r>
            <a:br>
              <a:rPr lang="en-GB" dirty="0"/>
            </a:br>
            <a:r>
              <a:rPr lang="en-GB" dirty="0"/>
              <a:t>further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can be a document, a photo, or anything else!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it-IT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Uniform Resource Locator </a:t>
            </a:r>
            <a:r>
              <a:rPr lang="en-GB" dirty="0"/>
              <a:t>(URL)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identity of the particular resource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Verbs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action that should be performed on the resource specified via URL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HTTP has formalized a few verbs that capture the essentials that are universally applicable for all kinds of applications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GET, POST, PUT, DELETE, etc.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Resources, URLs and Verbs</a:t>
            </a:r>
            <a:endParaRPr dirty="0"/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6850" y="3610609"/>
            <a:ext cx="4646125" cy="110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1700" y="5738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Status Codes </a:t>
            </a: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311700" y="1192957"/>
            <a:ext cx="8441775" cy="4798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Tells the client how to interpret the server response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HTTP spec defines a number ranges for specific types of responses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2xx</a:t>
            </a:r>
            <a:r>
              <a:rPr lang="en-GB" dirty="0"/>
              <a:t>: Successful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request was successfully processed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200 OK, 202 Accepted, 204 No Content, 205 Reset Content 206 Partial Content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3xx</a:t>
            </a:r>
            <a:r>
              <a:rPr lang="en-GB" dirty="0"/>
              <a:t>: Redirection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requires the client to take additional action (e.g. jump to a different URL)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301 Moved Permanently, 303 See Other, 304 Not Modified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4xx</a:t>
            </a:r>
            <a:r>
              <a:rPr lang="en-GB" dirty="0"/>
              <a:t>: Client Error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server thinks that the client is at fault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404 Not Found, 400 Bad Request, 401 Unauthorized, 403 Forbidden, 405 Method Not Allowed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5xx</a:t>
            </a:r>
            <a:r>
              <a:rPr lang="en-GB" dirty="0"/>
              <a:t>: Server Error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used to indicate a server failure while processing the request.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500 Internal Server Error, 501 Not Implemented, 503 Service Unavailable</a:t>
            </a:r>
            <a:endParaRPr dirty="0"/>
          </a:p>
        </p:txBody>
      </p:sp>
      <p:pic>
        <p:nvPicPr>
          <p:cNvPr id="187" name="Google Shape;187;p3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957" y="566258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Headers</a:t>
            </a:r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1"/>
          </p:nvPr>
        </p:nvSpPr>
        <p:spPr>
          <a:xfrm>
            <a:off x="311700" y="1130374"/>
            <a:ext cx="8520600" cy="49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Allow client and server to pass additional information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list of case-insensitive </a:t>
            </a:r>
            <a:r>
              <a:rPr lang="en-GB" b="1" dirty="0"/>
              <a:t>name ':'  value</a:t>
            </a:r>
            <a:r>
              <a:rPr lang="en-GB" dirty="0"/>
              <a:t> pairs</a:t>
            </a: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Grouped according to their contexts: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General</a:t>
            </a:r>
            <a:r>
              <a:rPr lang="en-GB" dirty="0"/>
              <a:t> header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applying to both requests and responses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with no relation to the data transmitted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Entity</a:t>
            </a:r>
            <a:r>
              <a:rPr lang="en-GB" dirty="0"/>
              <a:t> header</a:t>
            </a:r>
            <a:endParaRPr sz="1800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 dirty="0"/>
              <a:t>information about the body of the entity</a:t>
            </a:r>
            <a:endParaRPr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 dirty="0"/>
              <a:t>like its content length or its MIME-type</a:t>
            </a:r>
            <a:endParaRPr sz="18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Request header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Response header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IANA registry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https://www.iana.org/assignments/message-headers/message-headers.xhtml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194" name="Google Shape;194;p3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4050" y="5462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Message Body</a:t>
            </a:r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body" idx="1"/>
          </p:nvPr>
        </p:nvSpPr>
        <p:spPr>
          <a:xfrm>
            <a:off x="311700" y="13181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Used to carry the entity representation associated with the request or response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carries the actual HTTP request data (including form data and uploaded, etc.)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and HTTP response data from the server ( including files, images, etc.).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is optional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HTTP is </a:t>
            </a:r>
            <a:r>
              <a:rPr lang="en-GB" b="1" dirty="0"/>
              <a:t>agnostic</a:t>
            </a:r>
            <a:r>
              <a:rPr lang="en-GB" dirty="0"/>
              <a:t> about the format of the message body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“Content-Type” and “Content-Length” headers specify the body nature</a:t>
            </a:r>
          </a:p>
          <a:p>
            <a:pPr marL="571500" lvl="1" indent="0">
              <a:spcBef>
                <a:spcPts val="0"/>
              </a:spcBef>
              <a:buSzPts val="1800"/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MIME</a:t>
            </a:r>
            <a:r>
              <a:rPr lang="en-GB" dirty="0"/>
              <a:t> (Multipurpose Internet Mail Extensions)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standard to indicate the nature and format of a document, file, or assortment of bytes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https://www.iana.org/assignments/media-types/media-types.xhtml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consists of a type and a subtype, concatenated with a slash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types</a:t>
            </a:r>
            <a:r>
              <a:rPr lang="en-GB" dirty="0"/>
              <a:t>: application, audio, font, text, image, video, etc.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subtypes</a:t>
            </a:r>
            <a:r>
              <a:rPr lang="en-GB" dirty="0"/>
              <a:t>: text/plain, text/html, image/jpg, application/json</a:t>
            </a:r>
            <a:endParaRPr dirty="0"/>
          </a:p>
        </p:txBody>
      </p:sp>
      <p:pic>
        <p:nvPicPr>
          <p:cNvPr id="201" name="Google Shape;201;p3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9425" y="5171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 Message</a:t>
            </a:r>
            <a:endParaRPr/>
          </a:p>
        </p:txBody>
      </p:sp>
      <p:sp>
        <p:nvSpPr>
          <p:cNvPr id="207" name="Google Shape;207;p33"/>
          <p:cNvSpPr txBox="1">
            <a:spLocks noGrp="1"/>
          </p:cNvSpPr>
          <p:nvPr>
            <p:ph type="body" idx="1"/>
          </p:nvPr>
        </p:nvSpPr>
        <p:spPr>
          <a:xfrm>
            <a:off x="311700" y="1140567"/>
            <a:ext cx="8520600" cy="52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request/response message consists of: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request line, such as GET /</a:t>
            </a:r>
            <a:r>
              <a:rPr lang="en-GB" dirty="0" err="1"/>
              <a:t>logo.gif</a:t>
            </a:r>
            <a:r>
              <a:rPr lang="en-GB" dirty="0"/>
              <a:t> HTTP/1.1 or Status line, such as HTTP/1.1 200 OK,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headers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an empty line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optional HTTP message body data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Example: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dirty="0"/>
              <a:t>Request</a:t>
            </a:r>
            <a:br>
              <a:rPr lang="en-GB" sz="1800" dirty="0"/>
            </a:b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GET /pi/sensors/temperature HTTP/1.1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Host: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devices.webofthings.io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Accept: application/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cache-control: no-cache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Response</a:t>
            </a:r>
            <a:br>
              <a:rPr lang="en-GB" sz="1800" dirty="0"/>
            </a:b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Date: Mon, 11 March 2019 23:26:07 GMT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Server: Apache/2.2.8 (Ubuntu)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mod_ssl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/2.2.8 OpenSSL/0.9.8g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Last-Modified: Mon, 11 March 2019 23:26:07 GMT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ETag: "45b6-834-49130cc1182c0"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Content-Length: 168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Connection: close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Content-Type: application/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{"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name":"Temperature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Sensor","description":"A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temperature sensor.","type":"float","unit":"celsius","value":25.4,"frequency":5000,"timestamp":"2019-03-11T10:51:43.488Z"}</a:t>
            </a:r>
            <a:endParaRPr sz="1050" dirty="0"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example</a:t>
            </a:r>
            <a:endParaRPr/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375" y="1165675"/>
            <a:ext cx="5866900" cy="540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2325" y="5171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 Negotiation</a:t>
            </a:r>
            <a:endParaRPr/>
          </a:p>
        </p:txBody>
      </p:sp>
      <p:sp>
        <p:nvSpPr>
          <p:cNvPr id="221" name="Google Shape;221;p35"/>
          <p:cNvSpPr txBox="1">
            <a:spLocks noGrp="1"/>
          </p:cNvSpPr>
          <p:nvPr>
            <p:ph type="body" idx="1"/>
          </p:nvPr>
        </p:nvSpPr>
        <p:spPr>
          <a:xfrm>
            <a:off x="311700" y="1287075"/>
            <a:ext cx="8520600" cy="46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Mechanism to </a:t>
            </a:r>
            <a:r>
              <a:rPr lang="en-GB" b="1" dirty="0"/>
              <a:t>ask for a specific type </a:t>
            </a:r>
            <a:r>
              <a:rPr lang="en-GB" dirty="0"/>
              <a:t>or representation by a client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“</a:t>
            </a:r>
            <a:r>
              <a:rPr lang="en-GB" b="1" dirty="0"/>
              <a:t>Accept</a:t>
            </a:r>
            <a:r>
              <a:rPr lang="en-GB" dirty="0"/>
              <a:t>” header in the request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specify the desired representation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is possible to have multiple values, with ratings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server will supply the version of the resource that best fits the user needs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Example: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Accept: application/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; q=1.0, application/xml; q=0.8, */*; q=0.1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ask a JSON format, if it can’t, perhaps it could return XML format (the second level), If it’s still not possible, let it return what it can...</a:t>
            </a:r>
            <a:endParaRPr dirty="0"/>
          </a:p>
        </p:txBody>
      </p:sp>
      <p:pic>
        <p:nvPicPr>
          <p:cNvPr id="222" name="Google Shape;222;p3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9325" y="5693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Caches</a:t>
            </a:r>
            <a:endParaRPr/>
          </a:p>
        </p:txBody>
      </p:sp>
      <p:sp>
        <p:nvSpPr>
          <p:cNvPr id="228" name="Google Shape;228;p36"/>
          <p:cNvSpPr txBox="1">
            <a:spLocks noGrp="1"/>
          </p:cNvSpPr>
          <p:nvPr>
            <p:ph type="body" idx="1"/>
          </p:nvPr>
        </p:nvSpPr>
        <p:spPr>
          <a:xfrm>
            <a:off x="311700" y="1273074"/>
            <a:ext cx="8520600" cy="4746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To eliminate the need to send requests in many cases, and to eliminate the need to send full responses in many other cases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Mechanisms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implicit directives</a:t>
            </a:r>
            <a:r>
              <a:rPr lang="en-GB" dirty="0"/>
              <a:t> to caches where server specifies expiration times and validators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Cache-Control header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No-Store</a:t>
            </a:r>
            <a:r>
              <a:rPr lang="en-GB" dirty="0"/>
              <a:t>:  client aren’t allowed to cache a response and must pull it each time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Max-Age</a:t>
            </a:r>
            <a:r>
              <a:rPr lang="en-GB" dirty="0"/>
              <a:t>: defines the amount of time it takes for a cached copy to expire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Public</a:t>
            </a:r>
            <a:r>
              <a:rPr lang="en-GB" dirty="0"/>
              <a:t>: a resource can be cached by any cache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Private</a:t>
            </a:r>
            <a:r>
              <a:rPr lang="en-GB" dirty="0"/>
              <a:t>: a user specific resource, it can  be cached, but only on a client device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Additional HTTP Cache Headers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Expires</a:t>
            </a:r>
            <a:r>
              <a:rPr lang="en-GB" dirty="0"/>
              <a:t>:  specifies a fixed date/time for the expiration of a cached resource, ignored when a max-age directive is present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ETag</a:t>
            </a:r>
            <a:r>
              <a:rPr lang="en-GB" dirty="0"/>
              <a:t>:  identifies the version of served content according to a token (a string) that changes after a resource is modified. Can be used to validate a local resource</a:t>
            </a:r>
            <a:endParaRPr dirty="0"/>
          </a:p>
        </p:txBody>
      </p:sp>
      <p:pic>
        <p:nvPicPr>
          <p:cNvPr id="229" name="Google Shape;229;p3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975" y="5462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</a:t>
            </a:r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body" idx="1"/>
          </p:nvPr>
        </p:nvSpPr>
        <p:spPr>
          <a:xfrm>
            <a:off x="311700" y="1092772"/>
            <a:ext cx="8520600" cy="5479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JavaScript Object Notation </a:t>
            </a:r>
            <a:r>
              <a:rPr lang="en-GB" dirty="0"/>
              <a:t>(JSON)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easy to read and write both for human and machine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open-standard file format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https://tools.ietf.org/html/rfc8259</a:t>
            </a:r>
            <a:r>
              <a:rPr lang="en-GB" dirty="0"/>
              <a:t>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Basic syntax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data is represented in “name : value” pairs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name/value pairs are separated by comma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types: number, string, </a:t>
            </a:r>
            <a:r>
              <a:rPr lang="en-GB" dirty="0" err="1"/>
              <a:t>boolean</a:t>
            </a:r>
            <a:r>
              <a:rPr lang="en-GB" dirty="0"/>
              <a:t>, object, array, null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curly braces hold objects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square brackets holds array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Parsing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from JSON to language (Java/C#/</a:t>
            </a:r>
            <a:r>
              <a:rPr lang="en-GB" dirty="0" err="1"/>
              <a:t>Javascript</a:t>
            </a:r>
            <a:r>
              <a:rPr lang="en-GB" dirty="0"/>
              <a:t>) object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 JavaScript, you can easily parse JSON data using the </a:t>
            </a:r>
            <a:r>
              <a:rPr lang="en-GB" dirty="0" err="1"/>
              <a:t>JSON.parse</a:t>
            </a:r>
            <a:r>
              <a:rPr lang="en-GB" dirty="0"/>
              <a:t>() method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parses the string and constructs the JavaScript object described by the string</a:t>
            </a:r>
            <a:endParaRPr lang="it-IT" dirty="0"/>
          </a:p>
          <a:p>
            <a:pPr marL="9144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it-IT" sz="1000" dirty="0">
                <a:latin typeface="Courier New"/>
                <a:ea typeface="Courier New"/>
                <a:cs typeface="Courier New"/>
                <a:sym typeface="Courier New"/>
              </a:rPr>
              <a:t>// Store JSON data in a JS </a:t>
            </a:r>
            <a:r>
              <a:rPr lang="it-IT" sz="1000" dirty="0" err="1">
                <a:latin typeface="Courier New"/>
                <a:ea typeface="Courier New"/>
                <a:cs typeface="Courier New"/>
                <a:sym typeface="Courier New"/>
              </a:rPr>
              <a:t>variable</a:t>
            </a:r>
            <a:endParaRPr lang="it-IT"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let json = '{"name": "Peter", "age": 22, "country": "United States"}';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// Converting JSON-encoded string to JS object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(json);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// Accessing individual value from JS object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obj.name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6" name="Google Shape;236;p3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1925" y="5026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 and the Browser</a:t>
            </a:r>
            <a:endParaRPr/>
          </a:p>
        </p:txBody>
      </p:sp>
      <p:sp>
        <p:nvSpPr>
          <p:cNvPr id="242" name="Google Shape;242;p38"/>
          <p:cNvSpPr txBox="1">
            <a:spLocks noGrp="1"/>
          </p:cNvSpPr>
          <p:nvPr>
            <p:ph type="body" idx="1"/>
          </p:nvPr>
        </p:nvSpPr>
        <p:spPr>
          <a:xfrm>
            <a:off x="376475" y="1043725"/>
            <a:ext cx="8520600" cy="5528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A browser will make a GET request on the URL in its address bar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If the resulting HTML references other files (e.g. images, JS files, etc.) then the browser will GET also these resources simultaneously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HTML page can include forms to build method requests:</a:t>
            </a:r>
            <a:endParaRPr dirty="0"/>
          </a:p>
          <a:p>
            <a:pPr marL="91440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&lt;form method="GET" action="example/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message.html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  &lt;p&gt;Name: &lt;input type="text" name="name"&lt;/p&gt;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  &lt;p&gt;Message: &lt;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textarea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name="message"&gt;&lt;/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textarea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&gt;&lt;/p&gt;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  &lt;p&gt;&lt;button type="submit"&gt;Send&lt;/button&gt;&lt;/p&gt;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When the button is pressed, the information in the fields are encoded into a </a:t>
            </a:r>
            <a:r>
              <a:rPr lang="en-GB" b="1" dirty="0"/>
              <a:t>query string </a:t>
            </a:r>
            <a:r>
              <a:rPr lang="en-GB" dirty="0"/>
              <a:t>and the form method (here GET) is requested:</a:t>
            </a:r>
            <a:endParaRPr dirty="0"/>
          </a:p>
          <a:p>
            <a:pPr marL="4572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GET /example/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message.html?name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Jean&amp;message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=Yes HTTP/1.1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9B240CD-B1CE-0067-9329-F6FC3D9C6D78}"/>
              </a:ext>
            </a:extLst>
          </p:cNvPr>
          <p:cNvGrpSpPr/>
          <p:nvPr/>
        </p:nvGrpSpPr>
        <p:grpSpPr>
          <a:xfrm>
            <a:off x="465750" y="3273900"/>
            <a:ext cx="8766450" cy="588600"/>
            <a:chOff x="475275" y="2624830"/>
            <a:chExt cx="8766450" cy="588600"/>
          </a:xfrm>
        </p:grpSpPr>
        <p:cxnSp>
          <p:nvCxnSpPr>
            <p:cNvPr id="243" name="Google Shape;243;p38"/>
            <p:cNvCxnSpPr>
              <a:stCxn id="244" idx="1"/>
            </p:cNvCxnSpPr>
            <p:nvPr/>
          </p:nvCxnSpPr>
          <p:spPr>
            <a:xfrm rot="10800000">
              <a:off x="4937025" y="2798530"/>
              <a:ext cx="1712100" cy="12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4" name="Google Shape;244;p38"/>
            <p:cNvSpPr txBox="1"/>
            <p:nvPr/>
          </p:nvSpPr>
          <p:spPr>
            <a:xfrm>
              <a:off x="6649125" y="2624830"/>
              <a:ext cx="2592600" cy="5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Two </a:t>
              </a:r>
              <a:r>
                <a:rPr lang="en-GB" b="1" dirty="0"/>
                <a:t>fields</a:t>
              </a:r>
              <a:r>
                <a:rPr lang="en-GB" dirty="0"/>
                <a:t> </a:t>
              </a:r>
              <a:br>
                <a:rPr lang="en-GB" dirty="0"/>
              </a:br>
              <a:r>
                <a:rPr lang="en-GB" dirty="0"/>
                <a:t>(text and </a:t>
              </a:r>
              <a:r>
                <a:rPr lang="en-GB" dirty="0" err="1"/>
                <a:t>textarea</a:t>
              </a:r>
              <a:r>
                <a:rPr lang="en-GB" dirty="0"/>
                <a:t>)</a:t>
              </a:r>
              <a:endParaRPr dirty="0"/>
            </a:p>
          </p:txBody>
        </p:sp>
        <p:cxnSp>
          <p:nvCxnSpPr>
            <p:cNvPr id="245" name="Google Shape;245;p38"/>
            <p:cNvCxnSpPr>
              <a:stCxn id="244" idx="1"/>
            </p:cNvCxnSpPr>
            <p:nvPr/>
          </p:nvCxnSpPr>
          <p:spPr>
            <a:xfrm flipH="1">
              <a:off x="5619825" y="2919130"/>
              <a:ext cx="1029300" cy="46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6" name="Google Shape;246;p38"/>
            <p:cNvSpPr txBox="1"/>
            <p:nvPr/>
          </p:nvSpPr>
          <p:spPr>
            <a:xfrm>
              <a:off x="475275" y="2714075"/>
              <a:ext cx="1010100" cy="41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A </a:t>
              </a:r>
              <a:r>
                <a:rPr lang="en-GB" b="1" dirty="0"/>
                <a:t>button</a:t>
              </a:r>
              <a:endParaRPr b="1" dirty="0"/>
            </a:p>
          </p:txBody>
        </p:sp>
        <p:cxnSp>
          <p:nvCxnSpPr>
            <p:cNvPr id="247" name="Google Shape;247;p38"/>
            <p:cNvCxnSpPr/>
            <p:nvPr/>
          </p:nvCxnSpPr>
          <p:spPr>
            <a:xfrm>
              <a:off x="984250" y="3028775"/>
              <a:ext cx="595500" cy="9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48" name="Google Shape;248;p38"/>
          <p:cNvSpPr txBox="1"/>
          <p:nvPr/>
        </p:nvSpPr>
        <p:spPr>
          <a:xfrm>
            <a:off x="2128850" y="5536625"/>
            <a:ext cx="4377900" cy="5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Query string</a:t>
            </a:r>
            <a:r>
              <a:rPr lang="en-GB"/>
              <a:t>, it starts with a question marks, then follow pairs of “name=value” separated by &amp;</a:t>
            </a:r>
            <a:endParaRPr/>
          </a:p>
        </p:txBody>
      </p:sp>
      <p:cxnSp>
        <p:nvCxnSpPr>
          <p:cNvPr id="249" name="Google Shape;249;p38"/>
          <p:cNvCxnSpPr/>
          <p:nvPr/>
        </p:nvCxnSpPr>
        <p:spPr>
          <a:xfrm rot="10800000" flipH="1">
            <a:off x="3676400" y="5364300"/>
            <a:ext cx="116700" cy="2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50" name="Google Shape;250;p3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6200" y="5461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HTTP and the Browser</a:t>
            </a:r>
            <a:endParaRPr/>
          </a:p>
        </p:txBody>
      </p:sp>
      <p:sp>
        <p:nvSpPr>
          <p:cNvPr id="256" name="Google Shape;256;p39"/>
          <p:cNvSpPr txBox="1">
            <a:spLocks noGrp="1"/>
          </p:cNvSpPr>
          <p:nvPr>
            <p:ph type="body" idx="1"/>
          </p:nvPr>
        </p:nvSpPr>
        <p:spPr>
          <a:xfrm>
            <a:off x="418250" y="1272475"/>
            <a:ext cx="8520600" cy="49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If we change the method in the form with POST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request will use POST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query string will be moved in the body</a:t>
            </a:r>
            <a:endParaRPr dirty="0"/>
          </a:p>
          <a:p>
            <a:pPr marL="91440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POST /example/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message.html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HTTP/1.1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Content-length: 24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Content-type: application/x-www-form-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urlencoded</a:t>
            </a:r>
            <a:endParaRPr sz="1400" dirty="0"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name=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Jean&amp;message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=Yes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Important HTTP conventions: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GET is used for request that </a:t>
            </a:r>
            <a:r>
              <a:rPr lang="en-GB" b="1" dirty="0"/>
              <a:t>do not have side effects </a:t>
            </a:r>
            <a:r>
              <a:rPr lang="en-GB" dirty="0"/>
              <a:t>(e.g. doing a search)</a:t>
            </a:r>
          </a:p>
          <a:p>
            <a:pPr lvl="2">
              <a:spcBef>
                <a:spcPts val="0"/>
              </a:spcBef>
            </a:pPr>
            <a:r>
              <a:rPr lang="en-GB" b="1" dirty="0"/>
              <a:t>safe</a:t>
            </a:r>
            <a:r>
              <a:rPr lang="en-GB" dirty="0"/>
              <a:t> and </a:t>
            </a:r>
            <a:r>
              <a:rPr lang="en-GB" b="1" dirty="0"/>
              <a:t>idempotent</a:t>
            </a:r>
            <a:r>
              <a:rPr lang="en-GB" dirty="0"/>
              <a:t>  (can be applied multiple times without changing the result)</a:t>
            </a:r>
          </a:p>
          <a:p>
            <a:pPr lvl="1">
              <a:spcBef>
                <a:spcPts val="0"/>
              </a:spcBef>
            </a:pPr>
            <a:r>
              <a:rPr lang="en-GB" dirty="0"/>
              <a:t>POST is used for request that </a:t>
            </a:r>
            <a:r>
              <a:rPr lang="en-GB" b="1" dirty="0"/>
              <a:t>change something on the server</a:t>
            </a:r>
            <a:r>
              <a:rPr lang="en-GB" dirty="0"/>
              <a:t> (e.g. posting a message)</a:t>
            </a:r>
          </a:p>
          <a:p>
            <a:pPr lvl="2">
              <a:spcBef>
                <a:spcPts val="0"/>
              </a:spcBef>
            </a:pPr>
            <a:r>
              <a:rPr lang="en-GB" dirty="0"/>
              <a:t>non-safe and non-idempotent</a:t>
            </a:r>
          </a:p>
          <a:p>
            <a:pPr lvl="2">
              <a:spcBef>
                <a:spcPts val="0"/>
              </a:spcBef>
            </a:pPr>
            <a:endParaRPr lang="en-GB" sz="600" dirty="0"/>
          </a:p>
          <a:p>
            <a:r>
              <a:rPr lang="en-GB" dirty="0"/>
              <a:t>Browsers can make HTTP request from JS with </a:t>
            </a:r>
            <a:r>
              <a:rPr lang="en-GB" b="1" dirty="0" err="1"/>
              <a:t>XMLHttpRequest</a:t>
            </a:r>
            <a:r>
              <a:rPr lang="en-GB" b="1" dirty="0"/>
              <a:t>()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designed by Microsoft in 90s (when XML was very popular)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bad design: i</a:t>
            </a:r>
            <a:r>
              <a:rPr lang="en-GB" u="sng" dirty="0"/>
              <a:t>t confuse two distinct concepts</a:t>
            </a:r>
            <a:r>
              <a:rPr lang="en-GB" dirty="0"/>
              <a:t> (making a request and parsing the response)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Code: 01.HTTPRequest.js</a:t>
            </a:r>
            <a:endParaRPr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57" name="Google Shape;257;p3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8722" y="4739269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Asynchronous Requests</a:t>
            </a:r>
            <a:endParaRPr/>
          </a:p>
        </p:txBody>
      </p:sp>
      <p:sp>
        <p:nvSpPr>
          <p:cNvPr id="263" name="Google Shape;263;p40"/>
          <p:cNvSpPr txBox="1">
            <a:spLocks noGrp="1"/>
          </p:cNvSpPr>
          <p:nvPr>
            <p:ph type="body" idx="1"/>
          </p:nvPr>
        </p:nvSpPr>
        <p:spPr>
          <a:xfrm>
            <a:off x="311700" y="1198275"/>
            <a:ext cx="8520600" cy="5364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Synchronous requests block the execution of code</a:t>
            </a:r>
            <a:r>
              <a:rPr lang="en-GB" dirty="0"/>
              <a:t> which creates "freezing" (e.g. unresponsive user experience)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/>
              <a:t>when connection is bad, the server is slow and the file is big…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/>
              <a:t>XMLHttpRequest</a:t>
            </a:r>
            <a:r>
              <a:rPr lang="en-GB" dirty="0"/>
              <a:t>() supports also asynchronous communications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highlight>
                  <a:srgbClr val="FFFF00"/>
                </a:highlight>
              </a:rPr>
              <a:t>Code: 02.AsyncHTTPRequest.js</a:t>
            </a:r>
            <a:endParaRPr dirty="0">
              <a:highlight>
                <a:srgbClr val="FFFF00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When we call “send” the request gets </a:t>
            </a:r>
            <a:r>
              <a:rPr lang="en-GB" b="1" dirty="0"/>
              <a:t>scheduled</a:t>
            </a:r>
            <a:r>
              <a:rPr lang="en-GB" dirty="0"/>
              <a:t> to be sent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program can continue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browser will take care of the sending and receiving of data in the background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but as long as the request is running, we won’t be able to access the response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must </a:t>
            </a:r>
            <a:r>
              <a:rPr lang="en-GB" b="1" dirty="0"/>
              <a:t>listen</a:t>
            </a:r>
            <a:r>
              <a:rPr lang="en-GB" dirty="0"/>
              <a:t> for the "load" event on the request object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Asynchronous style of programming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wrapping the things that have to be done after the request in a function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arranging for that to be called at the appropriate time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will see more on that with </a:t>
            </a:r>
            <a:r>
              <a:rPr lang="en-GB" dirty="0" err="1"/>
              <a:t>Node.JS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64" name="Google Shape;264;p4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3725" y="5757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</a:t>
            </a:r>
            <a:endParaRPr/>
          </a:p>
        </p:txBody>
      </p:sp>
      <p:sp>
        <p:nvSpPr>
          <p:cNvPr id="270" name="Google Shape;270;p41"/>
          <p:cNvSpPr txBox="1">
            <a:spLocks noGrp="1"/>
          </p:cNvSpPr>
          <p:nvPr>
            <p:ph type="body" idx="1"/>
          </p:nvPr>
        </p:nvSpPr>
        <p:spPr>
          <a:xfrm>
            <a:off x="311700" y="126915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An application used to fire HTTP requests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lightweight and fast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requests can be organized in groups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tests can be created with verifications for certain conditions on the response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Support HTTP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different kinds of HTTP requests (GET, POST, PUT, PATCH and DELETE)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add headers to the requests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More interesting features: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variables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pre-request script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tests</a:t>
            </a:r>
            <a:endParaRPr dirty="0"/>
          </a:p>
        </p:txBody>
      </p:sp>
      <p:pic>
        <p:nvPicPr>
          <p:cNvPr id="271" name="Google Shape;2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251" y="3505208"/>
            <a:ext cx="4722774" cy="301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275" y="5461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72;p41">
            <a:hlinkClick r:id="rId6"/>
            <a:extLst>
              <a:ext uri="{FF2B5EF4-FFF2-40B4-BE49-F238E27FC236}">
                <a16:creationId xmlns:a16="http://schemas.microsoft.com/office/drawing/2014/main" id="{DEFCEE63-100D-8A31-628D-2EB4AAFAE7D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2976" y="3260783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variables</a:t>
            </a:r>
            <a:endParaRPr/>
          </a:p>
        </p:txBody>
      </p:sp>
      <p:sp>
        <p:nvSpPr>
          <p:cNvPr id="278" name="Google Shape;278;p42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Two types of variables: global and environment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global variables are for all requests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environment variables are defined per specific environment 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selected from a drop-down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Editable by a small eye-shaped icon in the top right corner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Once defined variables can be used in a request with format surrounded by curly brackets {{VARIABLE_NAME}}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Example: set a variable “url” with value “https://jsonplaceholder.typicode.com” </a:t>
            </a:r>
            <a:r>
              <a:rPr lang="en-GB" sz="900">
                <a:solidFill>
                  <a:srgbClr val="505050"/>
                </a:solidFill>
                <a:highlight>
                  <a:srgbClr val="FAFAF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279" name="Google Shape;279;p42"/>
          <p:cNvGrpSpPr/>
          <p:nvPr/>
        </p:nvGrpSpPr>
        <p:grpSpPr>
          <a:xfrm>
            <a:off x="1874050" y="3651050"/>
            <a:ext cx="5731125" cy="2651250"/>
            <a:chOff x="2079775" y="3636975"/>
            <a:chExt cx="5731125" cy="2651250"/>
          </a:xfrm>
        </p:grpSpPr>
        <p:pic>
          <p:nvPicPr>
            <p:cNvPr id="280" name="Google Shape;280;p42"/>
            <p:cNvPicPr preferRelativeResize="0"/>
            <p:nvPr/>
          </p:nvPicPr>
          <p:blipFill rotWithShape="1">
            <a:blip r:embed="rId3">
              <a:alphaModFix/>
            </a:blip>
            <a:srcRect b="19283"/>
            <a:stretch/>
          </p:blipFill>
          <p:spPr>
            <a:xfrm>
              <a:off x="2079775" y="3781275"/>
              <a:ext cx="5731125" cy="2506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42"/>
            <p:cNvSpPr/>
            <p:nvPr/>
          </p:nvSpPr>
          <p:spPr>
            <a:xfrm>
              <a:off x="6961575" y="3636975"/>
              <a:ext cx="565200" cy="490500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7113975" y="5246050"/>
              <a:ext cx="565200" cy="490500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Tests</a:t>
            </a:r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46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After a response is received, Postman has a functionality to make verifications on 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 done in “Tests” tab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JSON response can be parsed and properties accessed by some JavaScript code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Test are written in the format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tests[“TEST_NAME”] = BOOLEAN_CONDITION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endParaRPr sz="12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make GET over “{{</a:t>
            </a:r>
            <a:r>
              <a:rPr lang="en-GB" dirty="0" err="1"/>
              <a:t>url</a:t>
            </a:r>
            <a:r>
              <a:rPr lang="en-GB" dirty="0"/>
              <a:t>}}/users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check if the status code is 200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Check if the list of user contains a specific user</a:t>
            </a:r>
            <a:endParaRPr dirty="0"/>
          </a:p>
        </p:txBody>
      </p:sp>
      <p:grpSp>
        <p:nvGrpSpPr>
          <p:cNvPr id="290" name="Google Shape;290;p43"/>
          <p:cNvGrpSpPr/>
          <p:nvPr/>
        </p:nvGrpSpPr>
        <p:grpSpPr>
          <a:xfrm>
            <a:off x="533271" y="4728313"/>
            <a:ext cx="8396377" cy="1601975"/>
            <a:chOff x="543946" y="4931688"/>
            <a:chExt cx="8396377" cy="1601975"/>
          </a:xfrm>
        </p:grpSpPr>
        <p:pic>
          <p:nvPicPr>
            <p:cNvPr id="291" name="Google Shape;29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3946" y="5014700"/>
              <a:ext cx="4855825" cy="143595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92" name="Google Shape;292;p43"/>
            <p:cNvSpPr/>
            <p:nvPr/>
          </p:nvSpPr>
          <p:spPr>
            <a:xfrm>
              <a:off x="3263675" y="5300825"/>
              <a:ext cx="661200" cy="4905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3" name="Google Shape;29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34623" y="4931688"/>
              <a:ext cx="3005700" cy="1601975"/>
            </a:xfrm>
            <a:prstGeom prst="rect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94" name="Google Shape;294;p43"/>
            <p:cNvSpPr/>
            <p:nvPr/>
          </p:nvSpPr>
          <p:spPr>
            <a:xfrm>
              <a:off x="5537300" y="5599338"/>
              <a:ext cx="259800" cy="2667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3"/>
            <p:cNvSpPr/>
            <p:nvPr/>
          </p:nvSpPr>
          <p:spPr>
            <a:xfrm>
              <a:off x="7756975" y="4931700"/>
              <a:ext cx="1138200" cy="4905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96" name="Google Shape;296;p4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2458" y="593025"/>
            <a:ext cx="296550" cy="2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Pre-Request Script</a:t>
            </a:r>
            <a:endParaRPr/>
          </a:p>
        </p:txBody>
      </p:sp>
      <p:sp>
        <p:nvSpPr>
          <p:cNvPr id="302" name="Google Shape;302;p44"/>
          <p:cNvSpPr txBox="1">
            <a:spLocks noGrp="1"/>
          </p:cNvSpPr>
          <p:nvPr>
            <p:ph type="body" idx="1"/>
          </p:nvPr>
        </p:nvSpPr>
        <p:spPr>
          <a:xfrm>
            <a:off x="311700" y="113960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do JavaScript coding to manipulate the data being sent with the request</a:t>
            </a: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75" y="4367138"/>
            <a:ext cx="8467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563" y="2309300"/>
            <a:ext cx="5305425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/>
          <p:nvPr/>
        </p:nvSpPr>
        <p:spPr>
          <a:xfrm>
            <a:off x="4685250" y="2851900"/>
            <a:ext cx="1522200" cy="4905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4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7625" y="5461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more...</a:t>
            </a:r>
            <a:endParaRPr/>
          </a:p>
        </p:txBody>
      </p:sp>
      <p:sp>
        <p:nvSpPr>
          <p:cNvPr id="312" name="Google Shape;312;p4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Collections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Environment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Runner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Complete example: 0.3.Makers.postman_collection.json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grpSp>
        <p:nvGrpSpPr>
          <p:cNvPr id="313" name="Google Shape;313;p45"/>
          <p:cNvGrpSpPr/>
          <p:nvPr/>
        </p:nvGrpSpPr>
        <p:grpSpPr>
          <a:xfrm>
            <a:off x="2741075" y="1213000"/>
            <a:ext cx="5844751" cy="3693951"/>
            <a:chOff x="2698425" y="1374525"/>
            <a:chExt cx="5844751" cy="3693951"/>
          </a:xfrm>
        </p:grpSpPr>
        <p:pic>
          <p:nvPicPr>
            <p:cNvPr id="314" name="Google Shape;314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8425" y="1374525"/>
              <a:ext cx="5844751" cy="3693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45"/>
            <p:cNvSpPr/>
            <p:nvPr/>
          </p:nvSpPr>
          <p:spPr>
            <a:xfrm>
              <a:off x="3306350" y="1476025"/>
              <a:ext cx="608100" cy="3327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5"/>
            <p:cNvSpPr/>
            <p:nvPr/>
          </p:nvSpPr>
          <p:spPr>
            <a:xfrm>
              <a:off x="3608050" y="4518825"/>
              <a:ext cx="1308900" cy="4788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17" name="Google Shape;317;p4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5175" y="51710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 Activity</a:t>
            </a:r>
            <a:endParaRPr/>
          </a:p>
        </p:txBody>
      </p:sp>
      <p:sp>
        <p:nvSpPr>
          <p:cNvPr id="323" name="Google Shape;323;p46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600"/>
              </a:spcBef>
            </a:pPr>
            <a:r>
              <a:rPr lang="en-GB" dirty="0"/>
              <a:t>Create a Postman collection to test the API that you can find at the following link </a:t>
            </a:r>
            <a:r>
              <a:rPr lang="en-GB" dirty="0">
                <a:hlinkClick r:id="rId3"/>
              </a:rPr>
              <a:t>https://jsonplaceholder.typicode.com/</a:t>
            </a:r>
            <a:r>
              <a:rPr lang="en-GB" dirty="0"/>
              <a:t>. You have to post some “comments” and get a list of previous “posts”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2215</Words>
  <Application>Microsoft Macintosh PowerPoint</Application>
  <PresentationFormat>Presentazione su schermo (4:3)</PresentationFormat>
  <Paragraphs>282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Arial</vt:lpstr>
      <vt:lpstr>Economica</vt:lpstr>
      <vt:lpstr>Open Sans</vt:lpstr>
      <vt:lpstr>Courier New</vt:lpstr>
      <vt:lpstr>Luxe</vt:lpstr>
      <vt:lpstr>Luxe</vt:lpstr>
      <vt:lpstr>HTTP and Postman</vt:lpstr>
      <vt:lpstr>Introduction</vt:lpstr>
      <vt:lpstr>Basic features</vt:lpstr>
      <vt:lpstr>Elements</vt:lpstr>
      <vt:lpstr>Resources, URLs and Verbs</vt:lpstr>
      <vt:lpstr>Status Codes </vt:lpstr>
      <vt:lpstr>Headers</vt:lpstr>
      <vt:lpstr>Message Body</vt:lpstr>
      <vt:lpstr>HTTP Message</vt:lpstr>
      <vt:lpstr>Complete example</vt:lpstr>
      <vt:lpstr>Content Negotiation</vt:lpstr>
      <vt:lpstr>Caches</vt:lpstr>
      <vt:lpstr>JSON</vt:lpstr>
      <vt:lpstr>HTTP and the Browser</vt:lpstr>
      <vt:lpstr>HTTP and the Browser</vt:lpstr>
      <vt:lpstr>Asynchronous Requests</vt:lpstr>
      <vt:lpstr>Postman</vt:lpstr>
      <vt:lpstr>Postman: variables</vt:lpstr>
      <vt:lpstr>Postman: Tests</vt:lpstr>
      <vt:lpstr>Postman: Pre-Request Script</vt:lpstr>
      <vt:lpstr>Postman: more...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and Postman</dc:title>
  <cp:lastModifiedBy>Riccardo Berta</cp:lastModifiedBy>
  <cp:revision>1</cp:revision>
  <dcterms:modified xsi:type="dcterms:W3CDTF">2023-03-23T09:52:10Z</dcterms:modified>
</cp:coreProperties>
</file>