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2" r:id="rId27"/>
    <p:sldId id="283" r:id="rId28"/>
    <p:sldId id="284" r:id="rId29"/>
    <p:sldId id="285" r:id="rId30"/>
    <p:sldId id="286" r:id="rId31"/>
    <p:sldId id="287" r:id="rId32"/>
    <p:sldId id="281" r:id="rId33"/>
  </p:sldIdLst>
  <p:sldSz cx="9144000" cy="6858000" type="screen4x3"/>
  <p:notesSz cx="6858000" cy="9144000"/>
  <p:embeddedFontLst>
    <p:embeddedFont>
      <p:font typeface="Economica" panose="02000506040000020004" pitchFamily="2" charset="77"/>
      <p:regular r:id="rId35"/>
      <p:bold r:id="rId36"/>
      <p:italic r:id="rId37"/>
      <p:boldItalic r:id="rId38"/>
    </p:embeddedFont>
    <p:embeddedFont>
      <p:font typeface="Open Sans" panose="020B0606030504020204" pitchFamily="34" charset="0"/>
      <p:regular r:id="rId39"/>
      <p:bold r:id="rId40"/>
      <p:italic r:id="rId41"/>
      <p:boldItalic r:id="rId4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685065C-B1E6-C444-9CFA-11BDA1EF27FD}" v="38" dt="2023-04-27T13:20:51.1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24"/>
    <p:restoredTop sz="94713"/>
  </p:normalViewPr>
  <p:slideViewPr>
    <p:cSldViewPr snapToGrid="0" snapToObjects="1">
      <p:cViewPr varScale="1">
        <p:scale>
          <a:sx n="148" d="100"/>
          <a:sy n="148" d="100"/>
        </p:scale>
        <p:origin x="205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5.fntdata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42" Type="http://schemas.openxmlformats.org/officeDocument/2006/relationships/font" Target="fonts/font8.fntdata"/><Relationship Id="rId47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3.fntdata"/><Relationship Id="rId40" Type="http://schemas.openxmlformats.org/officeDocument/2006/relationships/font" Target="fonts/font6.fntdata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1.fntdata"/><Relationship Id="rId43" Type="http://schemas.openxmlformats.org/officeDocument/2006/relationships/presProps" Target="presProps.xml"/><Relationship Id="rId48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4.fntdata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7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ccardo Berta" userId="c8694f89-bba4-4576-b0a8-456619ca5a8c" providerId="ADAL" clId="{A685065C-B1E6-C444-9CFA-11BDA1EF27FD}"/>
    <pc:docChg chg="undo custSel delSld modSld">
      <pc:chgData name="Riccardo Berta" userId="c8694f89-bba4-4576-b0a8-456619ca5a8c" providerId="ADAL" clId="{A685065C-B1E6-C444-9CFA-11BDA1EF27FD}" dt="2023-04-26T07:33:31.985" v="295" actId="1076"/>
      <pc:docMkLst>
        <pc:docMk/>
      </pc:docMkLst>
      <pc:sldChg chg="modSp mod">
        <pc:chgData name="Riccardo Berta" userId="c8694f89-bba4-4576-b0a8-456619ca5a8c" providerId="ADAL" clId="{A685065C-B1E6-C444-9CFA-11BDA1EF27FD}" dt="2023-04-26T07:33:31.985" v="295" actId="1076"/>
        <pc:sldMkLst>
          <pc:docMk/>
          <pc:sldMk cId="0" sldId="256"/>
        </pc:sldMkLst>
        <pc:spChg chg="mod">
          <ac:chgData name="Riccardo Berta" userId="c8694f89-bba4-4576-b0a8-456619ca5a8c" providerId="ADAL" clId="{A685065C-B1E6-C444-9CFA-11BDA1EF27FD}" dt="2023-04-26T07:33:31.985" v="295" actId="1076"/>
          <ac:spMkLst>
            <pc:docMk/>
            <pc:sldMk cId="0" sldId="256"/>
            <ac:spMk id="79" creationId="{00000000-0000-0000-0000-000000000000}"/>
          </ac:spMkLst>
        </pc:spChg>
        <pc:spChg chg="mod">
          <ac:chgData name="Riccardo Berta" userId="c8694f89-bba4-4576-b0a8-456619ca5a8c" providerId="ADAL" clId="{A685065C-B1E6-C444-9CFA-11BDA1EF27FD}" dt="2023-04-26T07:33:26.349" v="293" actId="1076"/>
          <ac:spMkLst>
            <pc:docMk/>
            <pc:sldMk cId="0" sldId="256"/>
            <ac:spMk id="80" creationId="{00000000-0000-0000-0000-000000000000}"/>
          </ac:spMkLst>
        </pc:spChg>
      </pc:sldChg>
      <pc:sldChg chg="modSp">
        <pc:chgData name="Riccardo Berta" userId="c8694f89-bba4-4576-b0a8-456619ca5a8c" providerId="ADAL" clId="{A685065C-B1E6-C444-9CFA-11BDA1EF27FD}" dt="2023-04-26T07:01:27.483" v="3"/>
        <pc:sldMkLst>
          <pc:docMk/>
          <pc:sldMk cId="0" sldId="257"/>
        </pc:sldMkLst>
        <pc:picChg chg="mod">
          <ac:chgData name="Riccardo Berta" userId="c8694f89-bba4-4576-b0a8-456619ca5a8c" providerId="ADAL" clId="{A685065C-B1E6-C444-9CFA-11BDA1EF27FD}" dt="2023-04-26T07:00:12.583" v="0"/>
          <ac:picMkLst>
            <pc:docMk/>
            <pc:sldMk cId="0" sldId="257"/>
            <ac:picMk id="87" creationId="{00000000-0000-0000-0000-000000000000}"/>
          </ac:picMkLst>
        </pc:picChg>
        <pc:picChg chg="mod">
          <ac:chgData name="Riccardo Berta" userId="c8694f89-bba4-4576-b0a8-456619ca5a8c" providerId="ADAL" clId="{A685065C-B1E6-C444-9CFA-11BDA1EF27FD}" dt="2023-04-26T07:00:38.920" v="1"/>
          <ac:picMkLst>
            <pc:docMk/>
            <pc:sldMk cId="0" sldId="257"/>
            <ac:picMk id="88" creationId="{00000000-0000-0000-0000-000000000000}"/>
          </ac:picMkLst>
        </pc:picChg>
        <pc:picChg chg="mod">
          <ac:chgData name="Riccardo Berta" userId="c8694f89-bba4-4576-b0a8-456619ca5a8c" providerId="ADAL" clId="{A685065C-B1E6-C444-9CFA-11BDA1EF27FD}" dt="2023-04-26T07:01:04.716" v="2"/>
          <ac:picMkLst>
            <pc:docMk/>
            <pc:sldMk cId="0" sldId="257"/>
            <ac:picMk id="89" creationId="{00000000-0000-0000-0000-000000000000}"/>
          </ac:picMkLst>
        </pc:picChg>
        <pc:picChg chg="mod">
          <ac:chgData name="Riccardo Berta" userId="c8694f89-bba4-4576-b0a8-456619ca5a8c" providerId="ADAL" clId="{A685065C-B1E6-C444-9CFA-11BDA1EF27FD}" dt="2023-04-26T07:01:27.483" v="3"/>
          <ac:picMkLst>
            <pc:docMk/>
            <pc:sldMk cId="0" sldId="257"/>
            <ac:picMk id="90" creationId="{00000000-0000-0000-0000-000000000000}"/>
          </ac:picMkLst>
        </pc:picChg>
      </pc:sldChg>
      <pc:sldChg chg="modSp mod">
        <pc:chgData name="Riccardo Berta" userId="c8694f89-bba4-4576-b0a8-456619ca5a8c" providerId="ADAL" clId="{A685065C-B1E6-C444-9CFA-11BDA1EF27FD}" dt="2023-04-26T07:12:39.497" v="39" actId="1076"/>
        <pc:sldMkLst>
          <pc:docMk/>
          <pc:sldMk cId="0" sldId="258"/>
        </pc:sldMkLst>
        <pc:spChg chg="mod">
          <ac:chgData name="Riccardo Berta" userId="c8694f89-bba4-4576-b0a8-456619ca5a8c" providerId="ADAL" clId="{A685065C-B1E6-C444-9CFA-11BDA1EF27FD}" dt="2023-04-26T07:12:36.847" v="38" actId="14100"/>
          <ac:spMkLst>
            <pc:docMk/>
            <pc:sldMk cId="0" sldId="258"/>
            <ac:spMk id="96" creationId="{00000000-0000-0000-0000-000000000000}"/>
          </ac:spMkLst>
        </pc:spChg>
        <pc:picChg chg="mod">
          <ac:chgData name="Riccardo Berta" userId="c8694f89-bba4-4576-b0a8-456619ca5a8c" providerId="ADAL" clId="{A685065C-B1E6-C444-9CFA-11BDA1EF27FD}" dt="2023-04-26T07:01:54.199" v="4"/>
          <ac:picMkLst>
            <pc:docMk/>
            <pc:sldMk cId="0" sldId="258"/>
            <ac:picMk id="97" creationId="{00000000-0000-0000-0000-000000000000}"/>
          </ac:picMkLst>
        </pc:picChg>
        <pc:picChg chg="mod">
          <ac:chgData name="Riccardo Berta" userId="c8694f89-bba4-4576-b0a8-456619ca5a8c" providerId="ADAL" clId="{A685065C-B1E6-C444-9CFA-11BDA1EF27FD}" dt="2023-04-26T07:12:39.497" v="39" actId="1076"/>
          <ac:picMkLst>
            <pc:docMk/>
            <pc:sldMk cId="0" sldId="258"/>
            <ac:picMk id="98" creationId="{00000000-0000-0000-0000-000000000000}"/>
          </ac:picMkLst>
        </pc:picChg>
      </pc:sldChg>
      <pc:sldChg chg="modSp">
        <pc:chgData name="Riccardo Berta" userId="c8694f89-bba4-4576-b0a8-456619ca5a8c" providerId="ADAL" clId="{A685065C-B1E6-C444-9CFA-11BDA1EF27FD}" dt="2023-04-26T07:02:36.601" v="6"/>
        <pc:sldMkLst>
          <pc:docMk/>
          <pc:sldMk cId="0" sldId="259"/>
        </pc:sldMkLst>
        <pc:picChg chg="mod">
          <ac:chgData name="Riccardo Berta" userId="c8694f89-bba4-4576-b0a8-456619ca5a8c" providerId="ADAL" clId="{A685065C-B1E6-C444-9CFA-11BDA1EF27FD}" dt="2023-04-26T07:02:36.601" v="6"/>
          <ac:picMkLst>
            <pc:docMk/>
            <pc:sldMk cId="0" sldId="259"/>
            <ac:picMk id="106" creationId="{00000000-0000-0000-0000-000000000000}"/>
          </ac:picMkLst>
        </pc:picChg>
      </pc:sldChg>
      <pc:sldChg chg="modSp">
        <pc:chgData name="Riccardo Berta" userId="c8694f89-bba4-4576-b0a8-456619ca5a8c" providerId="ADAL" clId="{A685065C-B1E6-C444-9CFA-11BDA1EF27FD}" dt="2023-04-26T07:03:06.821" v="7"/>
        <pc:sldMkLst>
          <pc:docMk/>
          <pc:sldMk cId="0" sldId="260"/>
        </pc:sldMkLst>
        <pc:picChg chg="mod">
          <ac:chgData name="Riccardo Berta" userId="c8694f89-bba4-4576-b0a8-456619ca5a8c" providerId="ADAL" clId="{A685065C-B1E6-C444-9CFA-11BDA1EF27FD}" dt="2023-04-26T07:03:06.821" v="7"/>
          <ac:picMkLst>
            <pc:docMk/>
            <pc:sldMk cId="0" sldId="260"/>
            <ac:picMk id="115" creationId="{00000000-0000-0000-0000-000000000000}"/>
          </ac:picMkLst>
        </pc:picChg>
      </pc:sldChg>
      <pc:sldChg chg="modSp">
        <pc:chgData name="Riccardo Berta" userId="c8694f89-bba4-4576-b0a8-456619ca5a8c" providerId="ADAL" clId="{A685065C-B1E6-C444-9CFA-11BDA1EF27FD}" dt="2023-04-26T07:03:30.611" v="8"/>
        <pc:sldMkLst>
          <pc:docMk/>
          <pc:sldMk cId="0" sldId="261"/>
        </pc:sldMkLst>
        <pc:picChg chg="mod">
          <ac:chgData name="Riccardo Berta" userId="c8694f89-bba4-4576-b0a8-456619ca5a8c" providerId="ADAL" clId="{A685065C-B1E6-C444-9CFA-11BDA1EF27FD}" dt="2023-04-26T07:03:30.611" v="8"/>
          <ac:picMkLst>
            <pc:docMk/>
            <pc:sldMk cId="0" sldId="261"/>
            <ac:picMk id="126" creationId="{00000000-0000-0000-0000-000000000000}"/>
          </ac:picMkLst>
        </pc:picChg>
      </pc:sldChg>
      <pc:sldChg chg="modSp">
        <pc:chgData name="Riccardo Berta" userId="c8694f89-bba4-4576-b0a8-456619ca5a8c" providerId="ADAL" clId="{A685065C-B1E6-C444-9CFA-11BDA1EF27FD}" dt="2023-04-26T07:03:53.472" v="9"/>
        <pc:sldMkLst>
          <pc:docMk/>
          <pc:sldMk cId="0" sldId="262"/>
        </pc:sldMkLst>
        <pc:picChg chg="mod">
          <ac:chgData name="Riccardo Berta" userId="c8694f89-bba4-4576-b0a8-456619ca5a8c" providerId="ADAL" clId="{A685065C-B1E6-C444-9CFA-11BDA1EF27FD}" dt="2023-04-26T07:03:53.472" v="9"/>
          <ac:picMkLst>
            <pc:docMk/>
            <pc:sldMk cId="0" sldId="262"/>
            <ac:picMk id="135" creationId="{00000000-0000-0000-0000-000000000000}"/>
          </ac:picMkLst>
        </pc:picChg>
      </pc:sldChg>
      <pc:sldChg chg="modSp mod">
        <pc:chgData name="Riccardo Berta" userId="c8694f89-bba4-4576-b0a8-456619ca5a8c" providerId="ADAL" clId="{A685065C-B1E6-C444-9CFA-11BDA1EF27FD}" dt="2023-04-26T07:04:19.827" v="19" actId="1036"/>
        <pc:sldMkLst>
          <pc:docMk/>
          <pc:sldMk cId="0" sldId="263"/>
        </pc:sldMkLst>
        <pc:picChg chg="mod">
          <ac:chgData name="Riccardo Berta" userId="c8694f89-bba4-4576-b0a8-456619ca5a8c" providerId="ADAL" clId="{A685065C-B1E6-C444-9CFA-11BDA1EF27FD}" dt="2023-04-26T07:04:19.827" v="19" actId="1036"/>
          <ac:picMkLst>
            <pc:docMk/>
            <pc:sldMk cId="0" sldId="263"/>
            <ac:picMk id="143" creationId="{00000000-0000-0000-0000-000000000000}"/>
          </ac:picMkLst>
        </pc:picChg>
      </pc:sldChg>
      <pc:sldChg chg="modSp">
        <pc:chgData name="Riccardo Berta" userId="c8694f89-bba4-4576-b0a8-456619ca5a8c" providerId="ADAL" clId="{A685065C-B1E6-C444-9CFA-11BDA1EF27FD}" dt="2023-04-26T07:04:41.183" v="20"/>
        <pc:sldMkLst>
          <pc:docMk/>
          <pc:sldMk cId="0" sldId="264"/>
        </pc:sldMkLst>
        <pc:picChg chg="mod">
          <ac:chgData name="Riccardo Berta" userId="c8694f89-bba4-4576-b0a8-456619ca5a8c" providerId="ADAL" clId="{A685065C-B1E6-C444-9CFA-11BDA1EF27FD}" dt="2023-04-26T07:04:41.183" v="20"/>
          <ac:picMkLst>
            <pc:docMk/>
            <pc:sldMk cId="0" sldId="264"/>
            <ac:picMk id="152" creationId="{00000000-0000-0000-0000-000000000000}"/>
          </ac:picMkLst>
        </pc:picChg>
      </pc:sldChg>
      <pc:sldChg chg="modSp mod">
        <pc:chgData name="Riccardo Berta" userId="c8694f89-bba4-4576-b0a8-456619ca5a8c" providerId="ADAL" clId="{A685065C-B1E6-C444-9CFA-11BDA1EF27FD}" dt="2023-04-26T07:13:03.115" v="45" actId="14100"/>
        <pc:sldMkLst>
          <pc:docMk/>
          <pc:sldMk cId="0" sldId="265"/>
        </pc:sldMkLst>
        <pc:spChg chg="mod">
          <ac:chgData name="Riccardo Berta" userId="c8694f89-bba4-4576-b0a8-456619ca5a8c" providerId="ADAL" clId="{A685065C-B1E6-C444-9CFA-11BDA1EF27FD}" dt="2023-04-26T07:13:03.115" v="45" actId="14100"/>
          <ac:spMkLst>
            <pc:docMk/>
            <pc:sldMk cId="0" sldId="265"/>
            <ac:spMk id="158" creationId="{00000000-0000-0000-0000-000000000000}"/>
          </ac:spMkLst>
        </pc:spChg>
        <pc:picChg chg="mod">
          <ac:chgData name="Riccardo Berta" userId="c8694f89-bba4-4576-b0a8-456619ca5a8c" providerId="ADAL" clId="{A685065C-B1E6-C444-9CFA-11BDA1EF27FD}" dt="2023-04-26T07:05:04.986" v="21"/>
          <ac:picMkLst>
            <pc:docMk/>
            <pc:sldMk cId="0" sldId="265"/>
            <ac:picMk id="159" creationId="{00000000-0000-0000-0000-000000000000}"/>
          </ac:picMkLst>
        </pc:picChg>
      </pc:sldChg>
      <pc:sldChg chg="modSp">
        <pc:chgData name="Riccardo Berta" userId="c8694f89-bba4-4576-b0a8-456619ca5a8c" providerId="ADAL" clId="{A685065C-B1E6-C444-9CFA-11BDA1EF27FD}" dt="2023-04-26T07:05:27.115" v="22"/>
        <pc:sldMkLst>
          <pc:docMk/>
          <pc:sldMk cId="0" sldId="266"/>
        </pc:sldMkLst>
        <pc:picChg chg="mod">
          <ac:chgData name="Riccardo Berta" userId="c8694f89-bba4-4576-b0a8-456619ca5a8c" providerId="ADAL" clId="{A685065C-B1E6-C444-9CFA-11BDA1EF27FD}" dt="2023-04-26T07:05:27.115" v="22"/>
          <ac:picMkLst>
            <pc:docMk/>
            <pc:sldMk cId="0" sldId="266"/>
            <ac:picMk id="166" creationId="{00000000-0000-0000-0000-000000000000}"/>
          </ac:picMkLst>
        </pc:picChg>
      </pc:sldChg>
      <pc:sldChg chg="modSp">
        <pc:chgData name="Riccardo Berta" userId="c8694f89-bba4-4576-b0a8-456619ca5a8c" providerId="ADAL" clId="{A685065C-B1E6-C444-9CFA-11BDA1EF27FD}" dt="2023-04-26T07:05:50.649" v="23"/>
        <pc:sldMkLst>
          <pc:docMk/>
          <pc:sldMk cId="0" sldId="268"/>
        </pc:sldMkLst>
        <pc:picChg chg="mod">
          <ac:chgData name="Riccardo Berta" userId="c8694f89-bba4-4576-b0a8-456619ca5a8c" providerId="ADAL" clId="{A685065C-B1E6-C444-9CFA-11BDA1EF27FD}" dt="2023-04-26T07:05:50.649" v="23"/>
          <ac:picMkLst>
            <pc:docMk/>
            <pc:sldMk cId="0" sldId="268"/>
            <ac:picMk id="225" creationId="{00000000-0000-0000-0000-000000000000}"/>
          </ac:picMkLst>
        </pc:picChg>
      </pc:sldChg>
      <pc:sldChg chg="modSp mod">
        <pc:chgData name="Riccardo Berta" userId="c8694f89-bba4-4576-b0a8-456619ca5a8c" providerId="ADAL" clId="{A685065C-B1E6-C444-9CFA-11BDA1EF27FD}" dt="2023-04-26T07:16:15.743" v="134" actId="20577"/>
        <pc:sldMkLst>
          <pc:docMk/>
          <pc:sldMk cId="0" sldId="269"/>
        </pc:sldMkLst>
        <pc:spChg chg="mod">
          <ac:chgData name="Riccardo Berta" userId="c8694f89-bba4-4576-b0a8-456619ca5a8c" providerId="ADAL" clId="{A685065C-B1E6-C444-9CFA-11BDA1EF27FD}" dt="2023-04-26T07:16:15.743" v="134" actId="20577"/>
          <ac:spMkLst>
            <pc:docMk/>
            <pc:sldMk cId="0" sldId="269"/>
            <ac:spMk id="231" creationId="{00000000-0000-0000-0000-000000000000}"/>
          </ac:spMkLst>
        </pc:spChg>
        <pc:picChg chg="mod">
          <ac:chgData name="Riccardo Berta" userId="c8694f89-bba4-4576-b0a8-456619ca5a8c" providerId="ADAL" clId="{A685065C-B1E6-C444-9CFA-11BDA1EF27FD}" dt="2023-04-26T07:06:30.935" v="24"/>
          <ac:picMkLst>
            <pc:docMk/>
            <pc:sldMk cId="0" sldId="269"/>
            <ac:picMk id="232" creationId="{00000000-0000-0000-0000-000000000000}"/>
          </ac:picMkLst>
        </pc:picChg>
      </pc:sldChg>
      <pc:sldChg chg="modSp">
        <pc:chgData name="Riccardo Berta" userId="c8694f89-bba4-4576-b0a8-456619ca5a8c" providerId="ADAL" clId="{A685065C-B1E6-C444-9CFA-11BDA1EF27FD}" dt="2023-04-26T07:06:56.675" v="25"/>
        <pc:sldMkLst>
          <pc:docMk/>
          <pc:sldMk cId="0" sldId="270"/>
        </pc:sldMkLst>
        <pc:picChg chg="mod">
          <ac:chgData name="Riccardo Berta" userId="c8694f89-bba4-4576-b0a8-456619ca5a8c" providerId="ADAL" clId="{A685065C-B1E6-C444-9CFA-11BDA1EF27FD}" dt="2023-04-26T07:06:56.675" v="25"/>
          <ac:picMkLst>
            <pc:docMk/>
            <pc:sldMk cId="0" sldId="270"/>
            <ac:picMk id="239" creationId="{00000000-0000-0000-0000-000000000000}"/>
          </ac:picMkLst>
        </pc:picChg>
      </pc:sldChg>
      <pc:sldChg chg="modSp">
        <pc:chgData name="Riccardo Berta" userId="c8694f89-bba4-4576-b0a8-456619ca5a8c" providerId="ADAL" clId="{A685065C-B1E6-C444-9CFA-11BDA1EF27FD}" dt="2023-04-26T07:07:20.490" v="26"/>
        <pc:sldMkLst>
          <pc:docMk/>
          <pc:sldMk cId="0" sldId="271"/>
        </pc:sldMkLst>
        <pc:picChg chg="mod">
          <ac:chgData name="Riccardo Berta" userId="c8694f89-bba4-4576-b0a8-456619ca5a8c" providerId="ADAL" clId="{A685065C-B1E6-C444-9CFA-11BDA1EF27FD}" dt="2023-04-26T07:07:20.490" v="26"/>
          <ac:picMkLst>
            <pc:docMk/>
            <pc:sldMk cId="0" sldId="271"/>
            <ac:picMk id="246" creationId="{00000000-0000-0000-0000-000000000000}"/>
          </ac:picMkLst>
        </pc:picChg>
      </pc:sldChg>
      <pc:sldChg chg="modSp">
        <pc:chgData name="Riccardo Berta" userId="c8694f89-bba4-4576-b0a8-456619ca5a8c" providerId="ADAL" clId="{A685065C-B1E6-C444-9CFA-11BDA1EF27FD}" dt="2023-04-26T07:07:40.953" v="27"/>
        <pc:sldMkLst>
          <pc:docMk/>
          <pc:sldMk cId="0" sldId="272"/>
        </pc:sldMkLst>
        <pc:picChg chg="mod">
          <ac:chgData name="Riccardo Berta" userId="c8694f89-bba4-4576-b0a8-456619ca5a8c" providerId="ADAL" clId="{A685065C-B1E6-C444-9CFA-11BDA1EF27FD}" dt="2023-04-26T07:07:40.953" v="27"/>
          <ac:picMkLst>
            <pc:docMk/>
            <pc:sldMk cId="0" sldId="272"/>
            <ac:picMk id="253" creationId="{00000000-0000-0000-0000-000000000000}"/>
          </ac:picMkLst>
        </pc:picChg>
      </pc:sldChg>
      <pc:sldChg chg="addSp delSp modSp mod modNotes">
        <pc:chgData name="Riccardo Berta" userId="c8694f89-bba4-4576-b0a8-456619ca5a8c" providerId="ADAL" clId="{A685065C-B1E6-C444-9CFA-11BDA1EF27FD}" dt="2023-04-26T07:27:56.720" v="213" actId="14100"/>
        <pc:sldMkLst>
          <pc:docMk/>
          <pc:sldMk cId="0" sldId="273"/>
        </pc:sldMkLst>
        <pc:spChg chg="add del mod">
          <ac:chgData name="Riccardo Berta" userId="c8694f89-bba4-4576-b0a8-456619ca5a8c" providerId="ADAL" clId="{A685065C-B1E6-C444-9CFA-11BDA1EF27FD}" dt="2023-04-26T07:22:53.217" v="140" actId="478"/>
          <ac:spMkLst>
            <pc:docMk/>
            <pc:sldMk cId="0" sldId="273"/>
            <ac:spMk id="5" creationId="{678E89A8-EBD6-8665-CF0E-53F8371BDB62}"/>
          </ac:spMkLst>
        </pc:spChg>
        <pc:spChg chg="add mod">
          <ac:chgData name="Riccardo Berta" userId="c8694f89-bba4-4576-b0a8-456619ca5a8c" providerId="ADAL" clId="{A685065C-B1E6-C444-9CFA-11BDA1EF27FD}" dt="2023-04-26T07:24:56.150" v="174" actId="207"/>
          <ac:spMkLst>
            <pc:docMk/>
            <pc:sldMk cId="0" sldId="273"/>
            <ac:spMk id="10" creationId="{F2A54415-17C7-20BC-5B3D-0F6CFFC906FC}"/>
          </ac:spMkLst>
        </pc:spChg>
        <pc:spChg chg="add mod">
          <ac:chgData name="Riccardo Berta" userId="c8694f89-bba4-4576-b0a8-456619ca5a8c" providerId="ADAL" clId="{A685065C-B1E6-C444-9CFA-11BDA1EF27FD}" dt="2023-04-26T07:25:15.476" v="180" actId="14100"/>
          <ac:spMkLst>
            <pc:docMk/>
            <pc:sldMk cId="0" sldId="273"/>
            <ac:spMk id="11" creationId="{EB60147E-F96F-91E3-0D38-919074A26873}"/>
          </ac:spMkLst>
        </pc:spChg>
        <pc:spChg chg="add mod">
          <ac:chgData name="Riccardo Berta" userId="c8694f89-bba4-4576-b0a8-456619ca5a8c" providerId="ADAL" clId="{A685065C-B1E6-C444-9CFA-11BDA1EF27FD}" dt="2023-04-26T07:26:17.691" v="192" actId="1076"/>
          <ac:spMkLst>
            <pc:docMk/>
            <pc:sldMk cId="0" sldId="273"/>
            <ac:spMk id="12" creationId="{94C7FAEA-97AD-A0E7-C187-6D6CD9F3EC2F}"/>
          </ac:spMkLst>
        </pc:spChg>
        <pc:spChg chg="add mod">
          <ac:chgData name="Riccardo Berta" userId="c8694f89-bba4-4576-b0a8-456619ca5a8c" providerId="ADAL" clId="{A685065C-B1E6-C444-9CFA-11BDA1EF27FD}" dt="2023-04-26T07:27:43.508" v="210" actId="790"/>
          <ac:spMkLst>
            <pc:docMk/>
            <pc:sldMk cId="0" sldId="273"/>
            <ac:spMk id="14" creationId="{4992BD05-39BD-74EE-B060-1F3B7762569E}"/>
          </ac:spMkLst>
        </pc:spChg>
        <pc:spChg chg="add del mod">
          <ac:chgData name="Riccardo Berta" userId="c8694f89-bba4-4576-b0a8-456619ca5a8c" providerId="ADAL" clId="{A685065C-B1E6-C444-9CFA-11BDA1EF27FD}" dt="2023-04-26T07:27:03.887" v="200"/>
          <ac:spMkLst>
            <pc:docMk/>
            <pc:sldMk cId="0" sldId="273"/>
            <ac:spMk id="15" creationId="{655FF932-24D1-1832-9F78-D9B714EA3F11}"/>
          </ac:spMkLst>
        </pc:spChg>
        <pc:spChg chg="add mod">
          <ac:chgData name="Riccardo Berta" userId="c8694f89-bba4-4576-b0a8-456619ca5a8c" providerId="ADAL" clId="{A685065C-B1E6-C444-9CFA-11BDA1EF27FD}" dt="2023-04-26T07:27:02.258" v="198" actId="20577"/>
          <ac:spMkLst>
            <pc:docMk/>
            <pc:sldMk cId="0" sldId="273"/>
            <ac:spMk id="16" creationId="{E2E53AE1-384B-34A9-BAE9-B203C7886956}"/>
          </ac:spMkLst>
        </pc:spChg>
        <pc:spChg chg="del">
          <ac:chgData name="Riccardo Berta" userId="c8694f89-bba4-4576-b0a8-456619ca5a8c" providerId="ADAL" clId="{A685065C-B1E6-C444-9CFA-11BDA1EF27FD}" dt="2023-04-26T07:22:48.958" v="138" actId="478"/>
          <ac:spMkLst>
            <pc:docMk/>
            <pc:sldMk cId="0" sldId="273"/>
            <ac:spMk id="259" creationId="{00000000-0000-0000-0000-000000000000}"/>
          </ac:spMkLst>
        </pc:spChg>
        <pc:picChg chg="add mod">
          <ac:chgData name="Riccardo Berta" userId="c8694f89-bba4-4576-b0a8-456619ca5a8c" providerId="ADAL" clId="{A685065C-B1E6-C444-9CFA-11BDA1EF27FD}" dt="2023-04-26T07:24:23.048" v="167" actId="1076"/>
          <ac:picMkLst>
            <pc:docMk/>
            <pc:sldMk cId="0" sldId="273"/>
            <ac:picMk id="3" creationId="{FD8EEEA8-19FE-5D92-A6F4-B256146D8D4E}"/>
          </ac:picMkLst>
        </pc:picChg>
        <pc:picChg chg="add mod modCrop">
          <ac:chgData name="Riccardo Berta" userId="c8694f89-bba4-4576-b0a8-456619ca5a8c" providerId="ADAL" clId="{A685065C-B1E6-C444-9CFA-11BDA1EF27FD}" dt="2023-04-26T07:24:26.762" v="169" actId="1076"/>
          <ac:picMkLst>
            <pc:docMk/>
            <pc:sldMk cId="0" sldId="273"/>
            <ac:picMk id="7" creationId="{27F7115A-98CE-AB69-D22C-0F8741359AE4}"/>
          </ac:picMkLst>
        </pc:picChg>
        <pc:picChg chg="add mod modCrop">
          <ac:chgData name="Riccardo Berta" userId="c8694f89-bba4-4576-b0a8-456619ca5a8c" providerId="ADAL" clId="{A685065C-B1E6-C444-9CFA-11BDA1EF27FD}" dt="2023-04-26T07:24:32.533" v="171" actId="1076"/>
          <ac:picMkLst>
            <pc:docMk/>
            <pc:sldMk cId="0" sldId="273"/>
            <ac:picMk id="9" creationId="{147E7077-ED96-4054-3BBF-742988C3D6C3}"/>
          </ac:picMkLst>
        </pc:picChg>
        <pc:picChg chg="del">
          <ac:chgData name="Riccardo Berta" userId="c8694f89-bba4-4576-b0a8-456619ca5a8c" providerId="ADAL" clId="{A685065C-B1E6-C444-9CFA-11BDA1EF27FD}" dt="2023-04-26T07:22:45.499" v="137" actId="478"/>
          <ac:picMkLst>
            <pc:docMk/>
            <pc:sldMk cId="0" sldId="273"/>
            <ac:picMk id="260" creationId="{00000000-0000-0000-0000-000000000000}"/>
          </ac:picMkLst>
        </pc:picChg>
        <pc:cxnChg chg="add mod">
          <ac:chgData name="Riccardo Berta" userId="c8694f89-bba4-4576-b0a8-456619ca5a8c" providerId="ADAL" clId="{A685065C-B1E6-C444-9CFA-11BDA1EF27FD}" dt="2023-04-26T07:27:17.606" v="203" actId="13822"/>
          <ac:cxnSpMkLst>
            <pc:docMk/>
            <pc:sldMk cId="0" sldId="273"/>
            <ac:cxnSpMk id="18" creationId="{0493F0EB-FD76-B971-3689-B0A554650F52}"/>
          </ac:cxnSpMkLst>
        </pc:cxnChg>
        <pc:cxnChg chg="add mod">
          <ac:chgData name="Riccardo Berta" userId="c8694f89-bba4-4576-b0a8-456619ca5a8c" providerId="ADAL" clId="{A685065C-B1E6-C444-9CFA-11BDA1EF27FD}" dt="2023-04-26T07:27:27.213" v="206" actId="14100"/>
          <ac:cxnSpMkLst>
            <pc:docMk/>
            <pc:sldMk cId="0" sldId="273"/>
            <ac:cxnSpMk id="20" creationId="{76E0324A-7414-EE84-0201-76BEB3D2F88A}"/>
          </ac:cxnSpMkLst>
        </pc:cxnChg>
        <pc:cxnChg chg="add mod">
          <ac:chgData name="Riccardo Berta" userId="c8694f89-bba4-4576-b0a8-456619ca5a8c" providerId="ADAL" clId="{A685065C-B1E6-C444-9CFA-11BDA1EF27FD}" dt="2023-04-26T07:27:56.720" v="213" actId="14100"/>
          <ac:cxnSpMkLst>
            <pc:docMk/>
            <pc:sldMk cId="0" sldId="273"/>
            <ac:cxnSpMk id="23" creationId="{B3203A0C-E43A-A9CC-3470-2B7DF7BC5064}"/>
          </ac:cxnSpMkLst>
        </pc:cxnChg>
      </pc:sldChg>
      <pc:sldChg chg="modSp">
        <pc:chgData name="Riccardo Berta" userId="c8694f89-bba4-4576-b0a8-456619ca5a8c" providerId="ADAL" clId="{A685065C-B1E6-C444-9CFA-11BDA1EF27FD}" dt="2023-04-26T07:08:02.632" v="28"/>
        <pc:sldMkLst>
          <pc:docMk/>
          <pc:sldMk cId="0" sldId="274"/>
        </pc:sldMkLst>
        <pc:picChg chg="mod">
          <ac:chgData name="Riccardo Berta" userId="c8694f89-bba4-4576-b0a8-456619ca5a8c" providerId="ADAL" clId="{A685065C-B1E6-C444-9CFA-11BDA1EF27FD}" dt="2023-04-26T07:08:02.632" v="28"/>
          <ac:picMkLst>
            <pc:docMk/>
            <pc:sldMk cId="0" sldId="274"/>
            <ac:picMk id="267" creationId="{00000000-0000-0000-0000-000000000000}"/>
          </ac:picMkLst>
        </pc:picChg>
      </pc:sldChg>
      <pc:sldChg chg="modSp mod">
        <pc:chgData name="Riccardo Berta" userId="c8694f89-bba4-4576-b0a8-456619ca5a8c" providerId="ADAL" clId="{A685065C-B1E6-C444-9CFA-11BDA1EF27FD}" dt="2023-04-26T07:29:41.014" v="215" actId="20577"/>
        <pc:sldMkLst>
          <pc:docMk/>
          <pc:sldMk cId="0" sldId="279"/>
        </pc:sldMkLst>
        <pc:spChg chg="mod">
          <ac:chgData name="Riccardo Berta" userId="c8694f89-bba4-4576-b0a8-456619ca5a8c" providerId="ADAL" clId="{A685065C-B1E6-C444-9CFA-11BDA1EF27FD}" dt="2023-04-26T07:29:41.014" v="215" actId="20577"/>
          <ac:spMkLst>
            <pc:docMk/>
            <pc:sldMk cId="0" sldId="279"/>
            <ac:spMk id="298" creationId="{00000000-0000-0000-0000-000000000000}"/>
          </ac:spMkLst>
        </pc:spChg>
      </pc:sldChg>
      <pc:sldChg chg="modSp">
        <pc:chgData name="Riccardo Berta" userId="c8694f89-bba4-4576-b0a8-456619ca5a8c" providerId="ADAL" clId="{A685065C-B1E6-C444-9CFA-11BDA1EF27FD}" dt="2023-04-26T07:08:38.541" v="29"/>
        <pc:sldMkLst>
          <pc:docMk/>
          <pc:sldMk cId="0" sldId="280"/>
        </pc:sldMkLst>
        <pc:picChg chg="mod">
          <ac:chgData name="Riccardo Berta" userId="c8694f89-bba4-4576-b0a8-456619ca5a8c" providerId="ADAL" clId="{A685065C-B1E6-C444-9CFA-11BDA1EF27FD}" dt="2023-04-26T07:08:38.541" v="29"/>
          <ac:picMkLst>
            <pc:docMk/>
            <pc:sldMk cId="0" sldId="280"/>
            <ac:picMk id="305" creationId="{00000000-0000-0000-0000-000000000000}"/>
          </ac:picMkLst>
        </pc:picChg>
      </pc:sldChg>
      <pc:sldChg chg="modSp mod">
        <pc:chgData name="Riccardo Berta" userId="c8694f89-bba4-4576-b0a8-456619ca5a8c" providerId="ADAL" clId="{A685065C-B1E6-C444-9CFA-11BDA1EF27FD}" dt="2023-04-26T07:30:23.771" v="254" actId="1076"/>
        <pc:sldMkLst>
          <pc:docMk/>
          <pc:sldMk cId="0" sldId="282"/>
        </pc:sldMkLst>
        <pc:spChg chg="mod">
          <ac:chgData name="Riccardo Berta" userId="c8694f89-bba4-4576-b0a8-456619ca5a8c" providerId="ADAL" clId="{A685065C-B1E6-C444-9CFA-11BDA1EF27FD}" dt="2023-04-26T07:30:23.771" v="254" actId="1076"/>
          <ac:spMkLst>
            <pc:docMk/>
            <pc:sldMk cId="0" sldId="282"/>
            <ac:spMk id="317" creationId="{00000000-0000-0000-0000-000000000000}"/>
          </ac:spMkLst>
        </pc:spChg>
        <pc:picChg chg="mod">
          <ac:chgData name="Riccardo Berta" userId="c8694f89-bba4-4576-b0a8-456619ca5a8c" providerId="ADAL" clId="{A685065C-B1E6-C444-9CFA-11BDA1EF27FD}" dt="2023-04-26T07:10:19.043" v="30"/>
          <ac:picMkLst>
            <pc:docMk/>
            <pc:sldMk cId="0" sldId="282"/>
            <ac:picMk id="318" creationId="{00000000-0000-0000-0000-000000000000}"/>
          </ac:picMkLst>
        </pc:picChg>
      </pc:sldChg>
      <pc:sldChg chg="modSp mod">
        <pc:chgData name="Riccardo Berta" userId="c8694f89-bba4-4576-b0a8-456619ca5a8c" providerId="ADAL" clId="{A685065C-B1E6-C444-9CFA-11BDA1EF27FD}" dt="2023-04-26T07:30:28.825" v="255" actId="1076"/>
        <pc:sldMkLst>
          <pc:docMk/>
          <pc:sldMk cId="0" sldId="283"/>
        </pc:sldMkLst>
        <pc:picChg chg="mod">
          <ac:chgData name="Riccardo Berta" userId="c8694f89-bba4-4576-b0a8-456619ca5a8c" providerId="ADAL" clId="{A685065C-B1E6-C444-9CFA-11BDA1EF27FD}" dt="2023-04-26T07:30:28.825" v="255" actId="1076"/>
          <ac:picMkLst>
            <pc:docMk/>
            <pc:sldMk cId="0" sldId="283"/>
            <ac:picMk id="325" creationId="{00000000-0000-0000-0000-000000000000}"/>
          </ac:picMkLst>
        </pc:picChg>
        <pc:picChg chg="mod">
          <ac:chgData name="Riccardo Berta" userId="c8694f89-bba4-4576-b0a8-456619ca5a8c" providerId="ADAL" clId="{A685065C-B1E6-C444-9CFA-11BDA1EF27FD}" dt="2023-04-26T07:10:46.217" v="31"/>
          <ac:picMkLst>
            <pc:docMk/>
            <pc:sldMk cId="0" sldId="283"/>
            <ac:picMk id="326" creationId="{00000000-0000-0000-0000-000000000000}"/>
          </ac:picMkLst>
        </pc:picChg>
      </pc:sldChg>
      <pc:sldChg chg="modSp">
        <pc:chgData name="Riccardo Berta" userId="c8694f89-bba4-4576-b0a8-456619ca5a8c" providerId="ADAL" clId="{A685065C-B1E6-C444-9CFA-11BDA1EF27FD}" dt="2023-04-26T07:11:07.671" v="32"/>
        <pc:sldMkLst>
          <pc:docMk/>
          <pc:sldMk cId="0" sldId="284"/>
        </pc:sldMkLst>
        <pc:picChg chg="mod">
          <ac:chgData name="Riccardo Berta" userId="c8694f89-bba4-4576-b0a8-456619ca5a8c" providerId="ADAL" clId="{A685065C-B1E6-C444-9CFA-11BDA1EF27FD}" dt="2023-04-26T07:11:07.671" v="32"/>
          <ac:picMkLst>
            <pc:docMk/>
            <pc:sldMk cId="0" sldId="284"/>
            <ac:picMk id="334" creationId="{00000000-0000-0000-0000-000000000000}"/>
          </ac:picMkLst>
        </pc:picChg>
      </pc:sldChg>
      <pc:sldChg chg="modSp">
        <pc:chgData name="Riccardo Berta" userId="c8694f89-bba4-4576-b0a8-456619ca5a8c" providerId="ADAL" clId="{A685065C-B1E6-C444-9CFA-11BDA1EF27FD}" dt="2023-04-26T07:11:32.757" v="33"/>
        <pc:sldMkLst>
          <pc:docMk/>
          <pc:sldMk cId="0" sldId="285"/>
        </pc:sldMkLst>
        <pc:picChg chg="mod">
          <ac:chgData name="Riccardo Berta" userId="c8694f89-bba4-4576-b0a8-456619ca5a8c" providerId="ADAL" clId="{A685065C-B1E6-C444-9CFA-11BDA1EF27FD}" dt="2023-04-26T07:11:32.757" v="33"/>
          <ac:picMkLst>
            <pc:docMk/>
            <pc:sldMk cId="0" sldId="285"/>
            <ac:picMk id="342" creationId="{00000000-0000-0000-0000-000000000000}"/>
          </ac:picMkLst>
        </pc:picChg>
      </pc:sldChg>
      <pc:sldChg chg="modSp">
        <pc:chgData name="Riccardo Berta" userId="c8694f89-bba4-4576-b0a8-456619ca5a8c" providerId="ADAL" clId="{A685065C-B1E6-C444-9CFA-11BDA1EF27FD}" dt="2023-04-26T07:11:53.646" v="34"/>
        <pc:sldMkLst>
          <pc:docMk/>
          <pc:sldMk cId="0" sldId="286"/>
        </pc:sldMkLst>
        <pc:picChg chg="mod">
          <ac:chgData name="Riccardo Berta" userId="c8694f89-bba4-4576-b0a8-456619ca5a8c" providerId="ADAL" clId="{A685065C-B1E6-C444-9CFA-11BDA1EF27FD}" dt="2023-04-26T07:11:53.646" v="34"/>
          <ac:picMkLst>
            <pc:docMk/>
            <pc:sldMk cId="0" sldId="286"/>
            <ac:picMk id="350" creationId="{00000000-0000-0000-0000-000000000000}"/>
          </ac:picMkLst>
        </pc:picChg>
      </pc:sldChg>
      <pc:sldChg chg="addSp modSp mod">
        <pc:chgData name="Riccardo Berta" userId="c8694f89-bba4-4576-b0a8-456619ca5a8c" providerId="ADAL" clId="{A685065C-B1E6-C444-9CFA-11BDA1EF27FD}" dt="2023-04-26T07:32:50.837" v="291" actId="14100"/>
        <pc:sldMkLst>
          <pc:docMk/>
          <pc:sldMk cId="0" sldId="287"/>
        </pc:sldMkLst>
        <pc:spChg chg="mod">
          <ac:chgData name="Riccardo Berta" userId="c8694f89-bba4-4576-b0a8-456619ca5a8c" providerId="ADAL" clId="{A685065C-B1E6-C444-9CFA-11BDA1EF27FD}" dt="2023-04-26T07:32:50.837" v="291" actId="14100"/>
          <ac:spMkLst>
            <pc:docMk/>
            <pc:sldMk cId="0" sldId="287"/>
            <ac:spMk id="356" creationId="{00000000-0000-0000-0000-000000000000}"/>
          </ac:spMkLst>
        </pc:spChg>
        <pc:picChg chg="add mod">
          <ac:chgData name="Riccardo Berta" userId="c8694f89-bba4-4576-b0a8-456619ca5a8c" providerId="ADAL" clId="{A685065C-B1E6-C444-9CFA-11BDA1EF27FD}" dt="2023-04-26T07:32:26.818" v="284" actId="1076"/>
          <ac:picMkLst>
            <pc:docMk/>
            <pc:sldMk cId="0" sldId="287"/>
            <ac:picMk id="2" creationId="{676F9D82-05F9-CA84-CF72-6CC847D75077}"/>
          </ac:picMkLst>
        </pc:picChg>
        <pc:picChg chg="mod">
          <ac:chgData name="Riccardo Berta" userId="c8694f89-bba4-4576-b0a8-456619ca5a8c" providerId="ADAL" clId="{A685065C-B1E6-C444-9CFA-11BDA1EF27FD}" dt="2023-04-26T07:12:15.751" v="35"/>
          <ac:picMkLst>
            <pc:docMk/>
            <pc:sldMk cId="0" sldId="287"/>
            <ac:picMk id="357" creationId="{00000000-0000-0000-0000-000000000000}"/>
          </ac:picMkLst>
        </pc:picChg>
      </pc:sldChg>
      <pc:sldChg chg="del">
        <pc:chgData name="Riccardo Berta" userId="c8694f89-bba4-4576-b0a8-456619ca5a8c" providerId="ADAL" clId="{A685065C-B1E6-C444-9CFA-11BDA1EF27FD}" dt="2023-04-26T07:32:54.460" v="292" actId="2696"/>
        <pc:sldMkLst>
          <pc:docMk/>
          <pc:sldMk cId="0" sldId="288"/>
        </pc:sldMkLst>
      </pc:sldChg>
    </pc:docChg>
  </pc:docChgLst>
  <pc:docChgLst>
    <pc:chgData name="Riccardo Berta" userId="c8694f89-bba4-4576-b0a8-456619ca5a8c" providerId="ADAL" clId="{063E4AE5-56AB-6448-9566-8C05BB309F9A}"/>
    <pc:docChg chg="modSld sldOrd">
      <pc:chgData name="Riccardo Berta" userId="c8694f89-bba4-4576-b0a8-456619ca5a8c" providerId="ADAL" clId="{063E4AE5-56AB-6448-9566-8C05BB309F9A}" dt="2022-04-27T06:48:20.965" v="33"/>
      <pc:docMkLst>
        <pc:docMk/>
      </pc:docMkLst>
      <pc:sldChg chg="modSp">
        <pc:chgData name="Riccardo Berta" userId="c8694f89-bba4-4576-b0a8-456619ca5a8c" providerId="ADAL" clId="{063E4AE5-56AB-6448-9566-8C05BB309F9A}" dt="2022-04-27T06:39:38.410" v="9"/>
        <pc:sldMkLst>
          <pc:docMk/>
          <pc:sldMk cId="0" sldId="257"/>
        </pc:sldMkLst>
        <pc:picChg chg="mod">
          <ac:chgData name="Riccardo Berta" userId="c8694f89-bba4-4576-b0a8-456619ca5a8c" providerId="ADAL" clId="{063E4AE5-56AB-6448-9566-8C05BB309F9A}" dt="2022-04-27T06:38:17.044" v="6"/>
          <ac:picMkLst>
            <pc:docMk/>
            <pc:sldMk cId="0" sldId="257"/>
            <ac:picMk id="87" creationId="{00000000-0000-0000-0000-000000000000}"/>
          </ac:picMkLst>
        </pc:picChg>
        <pc:picChg chg="mod">
          <ac:chgData name="Riccardo Berta" userId="c8694f89-bba4-4576-b0a8-456619ca5a8c" providerId="ADAL" clId="{063E4AE5-56AB-6448-9566-8C05BB309F9A}" dt="2022-04-27T06:38:44.479" v="7"/>
          <ac:picMkLst>
            <pc:docMk/>
            <pc:sldMk cId="0" sldId="257"/>
            <ac:picMk id="88" creationId="{00000000-0000-0000-0000-000000000000}"/>
          </ac:picMkLst>
        </pc:picChg>
        <pc:picChg chg="mod">
          <ac:chgData name="Riccardo Berta" userId="c8694f89-bba4-4576-b0a8-456619ca5a8c" providerId="ADAL" clId="{063E4AE5-56AB-6448-9566-8C05BB309F9A}" dt="2022-04-27T06:39:18.279" v="8"/>
          <ac:picMkLst>
            <pc:docMk/>
            <pc:sldMk cId="0" sldId="257"/>
            <ac:picMk id="89" creationId="{00000000-0000-0000-0000-000000000000}"/>
          </ac:picMkLst>
        </pc:picChg>
        <pc:picChg chg="mod">
          <ac:chgData name="Riccardo Berta" userId="c8694f89-bba4-4576-b0a8-456619ca5a8c" providerId="ADAL" clId="{063E4AE5-56AB-6448-9566-8C05BB309F9A}" dt="2022-04-27T06:39:38.410" v="9"/>
          <ac:picMkLst>
            <pc:docMk/>
            <pc:sldMk cId="0" sldId="257"/>
            <ac:picMk id="90" creationId="{00000000-0000-0000-0000-000000000000}"/>
          </ac:picMkLst>
        </pc:picChg>
      </pc:sldChg>
      <pc:sldChg chg="modSp mod">
        <pc:chgData name="Riccardo Berta" userId="c8694f89-bba4-4576-b0a8-456619ca5a8c" providerId="ADAL" clId="{063E4AE5-56AB-6448-9566-8C05BB309F9A}" dt="2022-04-27T06:40:24.015" v="12" actId="1036"/>
        <pc:sldMkLst>
          <pc:docMk/>
          <pc:sldMk cId="0" sldId="258"/>
        </pc:sldMkLst>
        <pc:picChg chg="mod">
          <ac:chgData name="Riccardo Berta" userId="c8694f89-bba4-4576-b0a8-456619ca5a8c" providerId="ADAL" clId="{063E4AE5-56AB-6448-9566-8C05BB309F9A}" dt="2022-04-27T06:39:59.809" v="10"/>
          <ac:picMkLst>
            <pc:docMk/>
            <pc:sldMk cId="0" sldId="258"/>
            <ac:picMk id="97" creationId="{00000000-0000-0000-0000-000000000000}"/>
          </ac:picMkLst>
        </pc:picChg>
        <pc:picChg chg="mod">
          <ac:chgData name="Riccardo Berta" userId="c8694f89-bba4-4576-b0a8-456619ca5a8c" providerId="ADAL" clId="{063E4AE5-56AB-6448-9566-8C05BB309F9A}" dt="2022-04-27T06:40:24.015" v="12" actId="1036"/>
          <ac:picMkLst>
            <pc:docMk/>
            <pc:sldMk cId="0" sldId="258"/>
            <ac:picMk id="98" creationId="{00000000-0000-0000-0000-000000000000}"/>
          </ac:picMkLst>
        </pc:picChg>
      </pc:sldChg>
      <pc:sldChg chg="modSp">
        <pc:chgData name="Riccardo Berta" userId="c8694f89-bba4-4576-b0a8-456619ca5a8c" providerId="ADAL" clId="{063E4AE5-56AB-6448-9566-8C05BB309F9A}" dt="2022-04-27T06:40:45.576" v="13"/>
        <pc:sldMkLst>
          <pc:docMk/>
          <pc:sldMk cId="0" sldId="259"/>
        </pc:sldMkLst>
        <pc:picChg chg="mod">
          <ac:chgData name="Riccardo Berta" userId="c8694f89-bba4-4576-b0a8-456619ca5a8c" providerId="ADAL" clId="{063E4AE5-56AB-6448-9566-8C05BB309F9A}" dt="2022-04-27T06:40:45.576" v="13"/>
          <ac:picMkLst>
            <pc:docMk/>
            <pc:sldMk cId="0" sldId="259"/>
            <ac:picMk id="106" creationId="{00000000-0000-0000-0000-000000000000}"/>
          </ac:picMkLst>
        </pc:picChg>
      </pc:sldChg>
      <pc:sldChg chg="modSp">
        <pc:chgData name="Riccardo Berta" userId="c8694f89-bba4-4576-b0a8-456619ca5a8c" providerId="ADAL" clId="{063E4AE5-56AB-6448-9566-8C05BB309F9A}" dt="2022-04-27T06:41:06.323" v="14"/>
        <pc:sldMkLst>
          <pc:docMk/>
          <pc:sldMk cId="0" sldId="260"/>
        </pc:sldMkLst>
        <pc:picChg chg="mod">
          <ac:chgData name="Riccardo Berta" userId="c8694f89-bba4-4576-b0a8-456619ca5a8c" providerId="ADAL" clId="{063E4AE5-56AB-6448-9566-8C05BB309F9A}" dt="2022-04-27T06:41:06.323" v="14"/>
          <ac:picMkLst>
            <pc:docMk/>
            <pc:sldMk cId="0" sldId="260"/>
            <ac:picMk id="115" creationId="{00000000-0000-0000-0000-000000000000}"/>
          </ac:picMkLst>
        </pc:picChg>
      </pc:sldChg>
      <pc:sldChg chg="modSp">
        <pc:chgData name="Riccardo Berta" userId="c8694f89-bba4-4576-b0a8-456619ca5a8c" providerId="ADAL" clId="{063E4AE5-56AB-6448-9566-8C05BB309F9A}" dt="2022-04-27T06:41:27.205" v="15"/>
        <pc:sldMkLst>
          <pc:docMk/>
          <pc:sldMk cId="0" sldId="261"/>
        </pc:sldMkLst>
        <pc:picChg chg="mod">
          <ac:chgData name="Riccardo Berta" userId="c8694f89-bba4-4576-b0a8-456619ca5a8c" providerId="ADAL" clId="{063E4AE5-56AB-6448-9566-8C05BB309F9A}" dt="2022-04-27T06:41:27.205" v="15"/>
          <ac:picMkLst>
            <pc:docMk/>
            <pc:sldMk cId="0" sldId="261"/>
            <ac:picMk id="126" creationId="{00000000-0000-0000-0000-000000000000}"/>
          </ac:picMkLst>
        </pc:picChg>
      </pc:sldChg>
      <pc:sldChg chg="modSp">
        <pc:chgData name="Riccardo Berta" userId="c8694f89-bba4-4576-b0a8-456619ca5a8c" providerId="ADAL" clId="{063E4AE5-56AB-6448-9566-8C05BB309F9A}" dt="2022-04-27T06:41:52.879" v="16"/>
        <pc:sldMkLst>
          <pc:docMk/>
          <pc:sldMk cId="0" sldId="262"/>
        </pc:sldMkLst>
        <pc:picChg chg="mod">
          <ac:chgData name="Riccardo Berta" userId="c8694f89-bba4-4576-b0a8-456619ca5a8c" providerId="ADAL" clId="{063E4AE5-56AB-6448-9566-8C05BB309F9A}" dt="2022-04-27T06:41:52.879" v="16"/>
          <ac:picMkLst>
            <pc:docMk/>
            <pc:sldMk cId="0" sldId="262"/>
            <ac:picMk id="135" creationId="{00000000-0000-0000-0000-000000000000}"/>
          </ac:picMkLst>
        </pc:picChg>
      </pc:sldChg>
      <pc:sldChg chg="modSp">
        <pc:chgData name="Riccardo Berta" userId="c8694f89-bba4-4576-b0a8-456619ca5a8c" providerId="ADAL" clId="{063E4AE5-56AB-6448-9566-8C05BB309F9A}" dt="2022-04-27T06:42:15.285" v="17"/>
        <pc:sldMkLst>
          <pc:docMk/>
          <pc:sldMk cId="0" sldId="263"/>
        </pc:sldMkLst>
        <pc:picChg chg="mod">
          <ac:chgData name="Riccardo Berta" userId="c8694f89-bba4-4576-b0a8-456619ca5a8c" providerId="ADAL" clId="{063E4AE5-56AB-6448-9566-8C05BB309F9A}" dt="2022-04-27T06:42:15.285" v="17"/>
          <ac:picMkLst>
            <pc:docMk/>
            <pc:sldMk cId="0" sldId="263"/>
            <ac:picMk id="143" creationId="{00000000-0000-0000-0000-000000000000}"/>
          </ac:picMkLst>
        </pc:picChg>
      </pc:sldChg>
      <pc:sldChg chg="modSp">
        <pc:chgData name="Riccardo Berta" userId="c8694f89-bba4-4576-b0a8-456619ca5a8c" providerId="ADAL" clId="{063E4AE5-56AB-6448-9566-8C05BB309F9A}" dt="2022-04-27T06:42:38.098" v="18"/>
        <pc:sldMkLst>
          <pc:docMk/>
          <pc:sldMk cId="0" sldId="264"/>
        </pc:sldMkLst>
        <pc:picChg chg="mod">
          <ac:chgData name="Riccardo Berta" userId="c8694f89-bba4-4576-b0a8-456619ca5a8c" providerId="ADAL" clId="{063E4AE5-56AB-6448-9566-8C05BB309F9A}" dt="2022-04-27T06:42:38.098" v="18"/>
          <ac:picMkLst>
            <pc:docMk/>
            <pc:sldMk cId="0" sldId="264"/>
            <ac:picMk id="152" creationId="{00000000-0000-0000-0000-000000000000}"/>
          </ac:picMkLst>
        </pc:picChg>
      </pc:sldChg>
      <pc:sldChg chg="modSp">
        <pc:chgData name="Riccardo Berta" userId="c8694f89-bba4-4576-b0a8-456619ca5a8c" providerId="ADAL" clId="{063E4AE5-56AB-6448-9566-8C05BB309F9A}" dt="2022-04-27T06:43:06.160" v="19"/>
        <pc:sldMkLst>
          <pc:docMk/>
          <pc:sldMk cId="0" sldId="265"/>
        </pc:sldMkLst>
        <pc:picChg chg="mod">
          <ac:chgData name="Riccardo Berta" userId="c8694f89-bba4-4576-b0a8-456619ca5a8c" providerId="ADAL" clId="{063E4AE5-56AB-6448-9566-8C05BB309F9A}" dt="2022-04-27T06:43:06.160" v="19"/>
          <ac:picMkLst>
            <pc:docMk/>
            <pc:sldMk cId="0" sldId="265"/>
            <ac:picMk id="159" creationId="{00000000-0000-0000-0000-000000000000}"/>
          </ac:picMkLst>
        </pc:picChg>
      </pc:sldChg>
      <pc:sldChg chg="modSp">
        <pc:chgData name="Riccardo Berta" userId="c8694f89-bba4-4576-b0a8-456619ca5a8c" providerId="ADAL" clId="{063E4AE5-56AB-6448-9566-8C05BB309F9A}" dt="2022-04-27T06:43:30.539" v="20"/>
        <pc:sldMkLst>
          <pc:docMk/>
          <pc:sldMk cId="0" sldId="266"/>
        </pc:sldMkLst>
        <pc:picChg chg="mod">
          <ac:chgData name="Riccardo Berta" userId="c8694f89-bba4-4576-b0a8-456619ca5a8c" providerId="ADAL" clId="{063E4AE5-56AB-6448-9566-8C05BB309F9A}" dt="2022-04-27T06:43:30.539" v="20"/>
          <ac:picMkLst>
            <pc:docMk/>
            <pc:sldMk cId="0" sldId="266"/>
            <ac:picMk id="166" creationId="{00000000-0000-0000-0000-000000000000}"/>
          </ac:picMkLst>
        </pc:picChg>
      </pc:sldChg>
      <pc:sldChg chg="modSp">
        <pc:chgData name="Riccardo Berta" userId="c8694f89-bba4-4576-b0a8-456619ca5a8c" providerId="ADAL" clId="{063E4AE5-56AB-6448-9566-8C05BB309F9A}" dt="2022-04-27T06:43:59.651" v="21"/>
        <pc:sldMkLst>
          <pc:docMk/>
          <pc:sldMk cId="0" sldId="268"/>
        </pc:sldMkLst>
        <pc:picChg chg="mod">
          <ac:chgData name="Riccardo Berta" userId="c8694f89-bba4-4576-b0a8-456619ca5a8c" providerId="ADAL" clId="{063E4AE5-56AB-6448-9566-8C05BB309F9A}" dt="2022-04-27T06:43:59.651" v="21"/>
          <ac:picMkLst>
            <pc:docMk/>
            <pc:sldMk cId="0" sldId="268"/>
            <ac:picMk id="225" creationId="{00000000-0000-0000-0000-000000000000}"/>
          </ac:picMkLst>
        </pc:picChg>
      </pc:sldChg>
      <pc:sldChg chg="modSp">
        <pc:chgData name="Riccardo Berta" userId="c8694f89-bba4-4576-b0a8-456619ca5a8c" providerId="ADAL" clId="{063E4AE5-56AB-6448-9566-8C05BB309F9A}" dt="2022-04-27T06:44:22.671" v="22"/>
        <pc:sldMkLst>
          <pc:docMk/>
          <pc:sldMk cId="0" sldId="269"/>
        </pc:sldMkLst>
        <pc:picChg chg="mod">
          <ac:chgData name="Riccardo Berta" userId="c8694f89-bba4-4576-b0a8-456619ca5a8c" providerId="ADAL" clId="{063E4AE5-56AB-6448-9566-8C05BB309F9A}" dt="2022-04-27T06:44:22.671" v="22"/>
          <ac:picMkLst>
            <pc:docMk/>
            <pc:sldMk cId="0" sldId="269"/>
            <ac:picMk id="232" creationId="{00000000-0000-0000-0000-000000000000}"/>
          </ac:picMkLst>
        </pc:picChg>
      </pc:sldChg>
      <pc:sldChg chg="modSp">
        <pc:chgData name="Riccardo Berta" userId="c8694f89-bba4-4576-b0a8-456619ca5a8c" providerId="ADAL" clId="{063E4AE5-56AB-6448-9566-8C05BB309F9A}" dt="2022-04-27T06:44:50.559" v="23"/>
        <pc:sldMkLst>
          <pc:docMk/>
          <pc:sldMk cId="0" sldId="270"/>
        </pc:sldMkLst>
        <pc:picChg chg="mod">
          <ac:chgData name="Riccardo Berta" userId="c8694f89-bba4-4576-b0a8-456619ca5a8c" providerId="ADAL" clId="{063E4AE5-56AB-6448-9566-8C05BB309F9A}" dt="2022-04-27T06:44:50.559" v="23"/>
          <ac:picMkLst>
            <pc:docMk/>
            <pc:sldMk cId="0" sldId="270"/>
            <ac:picMk id="239" creationId="{00000000-0000-0000-0000-000000000000}"/>
          </ac:picMkLst>
        </pc:picChg>
      </pc:sldChg>
      <pc:sldChg chg="modSp">
        <pc:chgData name="Riccardo Berta" userId="c8694f89-bba4-4576-b0a8-456619ca5a8c" providerId="ADAL" clId="{063E4AE5-56AB-6448-9566-8C05BB309F9A}" dt="2022-04-27T06:45:14.100" v="24"/>
        <pc:sldMkLst>
          <pc:docMk/>
          <pc:sldMk cId="0" sldId="271"/>
        </pc:sldMkLst>
        <pc:picChg chg="mod">
          <ac:chgData name="Riccardo Berta" userId="c8694f89-bba4-4576-b0a8-456619ca5a8c" providerId="ADAL" clId="{063E4AE5-56AB-6448-9566-8C05BB309F9A}" dt="2022-04-27T06:45:14.100" v="24"/>
          <ac:picMkLst>
            <pc:docMk/>
            <pc:sldMk cId="0" sldId="271"/>
            <ac:picMk id="246" creationId="{00000000-0000-0000-0000-000000000000}"/>
          </ac:picMkLst>
        </pc:picChg>
      </pc:sldChg>
      <pc:sldChg chg="modSp">
        <pc:chgData name="Riccardo Berta" userId="c8694f89-bba4-4576-b0a8-456619ca5a8c" providerId="ADAL" clId="{063E4AE5-56AB-6448-9566-8C05BB309F9A}" dt="2022-04-27T06:45:32.994" v="25"/>
        <pc:sldMkLst>
          <pc:docMk/>
          <pc:sldMk cId="0" sldId="272"/>
        </pc:sldMkLst>
        <pc:picChg chg="mod">
          <ac:chgData name="Riccardo Berta" userId="c8694f89-bba4-4576-b0a8-456619ca5a8c" providerId="ADAL" clId="{063E4AE5-56AB-6448-9566-8C05BB309F9A}" dt="2022-04-27T06:45:32.994" v="25"/>
          <ac:picMkLst>
            <pc:docMk/>
            <pc:sldMk cId="0" sldId="272"/>
            <ac:picMk id="253" creationId="{00000000-0000-0000-0000-000000000000}"/>
          </ac:picMkLst>
        </pc:picChg>
      </pc:sldChg>
      <pc:sldChg chg="modSp">
        <pc:chgData name="Riccardo Berta" userId="c8694f89-bba4-4576-b0a8-456619ca5a8c" providerId="ADAL" clId="{063E4AE5-56AB-6448-9566-8C05BB309F9A}" dt="2022-04-27T06:45:56.462" v="26"/>
        <pc:sldMkLst>
          <pc:docMk/>
          <pc:sldMk cId="0" sldId="274"/>
        </pc:sldMkLst>
        <pc:picChg chg="mod">
          <ac:chgData name="Riccardo Berta" userId="c8694f89-bba4-4576-b0a8-456619ca5a8c" providerId="ADAL" clId="{063E4AE5-56AB-6448-9566-8C05BB309F9A}" dt="2022-04-27T06:45:56.462" v="26"/>
          <ac:picMkLst>
            <pc:docMk/>
            <pc:sldMk cId="0" sldId="274"/>
            <ac:picMk id="267" creationId="{00000000-0000-0000-0000-000000000000}"/>
          </ac:picMkLst>
        </pc:picChg>
      </pc:sldChg>
      <pc:sldChg chg="modSp mod">
        <pc:chgData name="Riccardo Berta" userId="c8694f89-bba4-4576-b0a8-456619ca5a8c" providerId="ADAL" clId="{063E4AE5-56AB-6448-9566-8C05BB309F9A}" dt="2022-04-27T06:46:22.935" v="27"/>
        <pc:sldMkLst>
          <pc:docMk/>
          <pc:sldMk cId="0" sldId="280"/>
        </pc:sldMkLst>
        <pc:spChg chg="mod">
          <ac:chgData name="Riccardo Berta" userId="c8694f89-bba4-4576-b0a8-456619ca5a8c" providerId="ADAL" clId="{063E4AE5-56AB-6448-9566-8C05BB309F9A}" dt="2022-04-13T08:15:42.615" v="4" actId="20577"/>
          <ac:spMkLst>
            <pc:docMk/>
            <pc:sldMk cId="0" sldId="280"/>
            <ac:spMk id="303" creationId="{00000000-0000-0000-0000-000000000000}"/>
          </ac:spMkLst>
        </pc:spChg>
        <pc:picChg chg="mod">
          <ac:chgData name="Riccardo Berta" userId="c8694f89-bba4-4576-b0a8-456619ca5a8c" providerId="ADAL" clId="{063E4AE5-56AB-6448-9566-8C05BB309F9A}" dt="2022-04-27T06:46:22.935" v="27"/>
          <ac:picMkLst>
            <pc:docMk/>
            <pc:sldMk cId="0" sldId="280"/>
            <ac:picMk id="305" creationId="{00000000-0000-0000-0000-000000000000}"/>
          </ac:picMkLst>
        </pc:picChg>
      </pc:sldChg>
      <pc:sldChg chg="ord">
        <pc:chgData name="Riccardo Berta" userId="c8694f89-bba4-4576-b0a8-456619ca5a8c" providerId="ADAL" clId="{063E4AE5-56AB-6448-9566-8C05BB309F9A}" dt="2022-04-12T12:48:06.106" v="2" actId="20578"/>
        <pc:sldMkLst>
          <pc:docMk/>
          <pc:sldMk cId="0" sldId="281"/>
        </pc:sldMkLst>
      </pc:sldChg>
      <pc:sldChg chg="modSp">
        <pc:chgData name="Riccardo Berta" userId="c8694f89-bba4-4576-b0a8-456619ca5a8c" providerId="ADAL" clId="{063E4AE5-56AB-6448-9566-8C05BB309F9A}" dt="2022-04-27T06:46:42.794" v="28"/>
        <pc:sldMkLst>
          <pc:docMk/>
          <pc:sldMk cId="0" sldId="282"/>
        </pc:sldMkLst>
        <pc:picChg chg="mod">
          <ac:chgData name="Riccardo Berta" userId="c8694f89-bba4-4576-b0a8-456619ca5a8c" providerId="ADAL" clId="{063E4AE5-56AB-6448-9566-8C05BB309F9A}" dt="2022-04-27T06:46:42.794" v="28"/>
          <ac:picMkLst>
            <pc:docMk/>
            <pc:sldMk cId="0" sldId="282"/>
            <ac:picMk id="318" creationId="{00000000-0000-0000-0000-000000000000}"/>
          </ac:picMkLst>
        </pc:picChg>
      </pc:sldChg>
      <pc:sldChg chg="modSp">
        <pc:chgData name="Riccardo Berta" userId="c8694f89-bba4-4576-b0a8-456619ca5a8c" providerId="ADAL" clId="{063E4AE5-56AB-6448-9566-8C05BB309F9A}" dt="2022-04-27T06:47:02.828" v="29"/>
        <pc:sldMkLst>
          <pc:docMk/>
          <pc:sldMk cId="0" sldId="283"/>
        </pc:sldMkLst>
        <pc:picChg chg="mod">
          <ac:chgData name="Riccardo Berta" userId="c8694f89-bba4-4576-b0a8-456619ca5a8c" providerId="ADAL" clId="{063E4AE5-56AB-6448-9566-8C05BB309F9A}" dt="2022-04-27T06:47:02.828" v="29"/>
          <ac:picMkLst>
            <pc:docMk/>
            <pc:sldMk cId="0" sldId="283"/>
            <ac:picMk id="326" creationId="{00000000-0000-0000-0000-000000000000}"/>
          </ac:picMkLst>
        </pc:picChg>
      </pc:sldChg>
      <pc:sldChg chg="modSp">
        <pc:chgData name="Riccardo Berta" userId="c8694f89-bba4-4576-b0a8-456619ca5a8c" providerId="ADAL" clId="{063E4AE5-56AB-6448-9566-8C05BB309F9A}" dt="2022-04-27T06:47:24.612" v="30"/>
        <pc:sldMkLst>
          <pc:docMk/>
          <pc:sldMk cId="0" sldId="284"/>
        </pc:sldMkLst>
        <pc:picChg chg="mod">
          <ac:chgData name="Riccardo Berta" userId="c8694f89-bba4-4576-b0a8-456619ca5a8c" providerId="ADAL" clId="{063E4AE5-56AB-6448-9566-8C05BB309F9A}" dt="2022-04-27T06:47:24.612" v="30"/>
          <ac:picMkLst>
            <pc:docMk/>
            <pc:sldMk cId="0" sldId="284"/>
            <ac:picMk id="334" creationId="{00000000-0000-0000-0000-000000000000}"/>
          </ac:picMkLst>
        </pc:picChg>
      </pc:sldChg>
      <pc:sldChg chg="modSp">
        <pc:chgData name="Riccardo Berta" userId="c8694f89-bba4-4576-b0a8-456619ca5a8c" providerId="ADAL" clId="{063E4AE5-56AB-6448-9566-8C05BB309F9A}" dt="2022-04-27T06:47:42.834" v="31"/>
        <pc:sldMkLst>
          <pc:docMk/>
          <pc:sldMk cId="0" sldId="285"/>
        </pc:sldMkLst>
        <pc:picChg chg="mod">
          <ac:chgData name="Riccardo Berta" userId="c8694f89-bba4-4576-b0a8-456619ca5a8c" providerId="ADAL" clId="{063E4AE5-56AB-6448-9566-8C05BB309F9A}" dt="2022-04-27T06:47:42.834" v="31"/>
          <ac:picMkLst>
            <pc:docMk/>
            <pc:sldMk cId="0" sldId="285"/>
            <ac:picMk id="342" creationId="{00000000-0000-0000-0000-000000000000}"/>
          </ac:picMkLst>
        </pc:picChg>
      </pc:sldChg>
      <pc:sldChg chg="modSp">
        <pc:chgData name="Riccardo Berta" userId="c8694f89-bba4-4576-b0a8-456619ca5a8c" providerId="ADAL" clId="{063E4AE5-56AB-6448-9566-8C05BB309F9A}" dt="2022-04-27T06:48:01.062" v="32"/>
        <pc:sldMkLst>
          <pc:docMk/>
          <pc:sldMk cId="0" sldId="286"/>
        </pc:sldMkLst>
        <pc:picChg chg="mod">
          <ac:chgData name="Riccardo Berta" userId="c8694f89-bba4-4576-b0a8-456619ca5a8c" providerId="ADAL" clId="{063E4AE5-56AB-6448-9566-8C05BB309F9A}" dt="2022-04-27T06:48:01.062" v="32"/>
          <ac:picMkLst>
            <pc:docMk/>
            <pc:sldMk cId="0" sldId="286"/>
            <ac:picMk id="350" creationId="{00000000-0000-0000-0000-000000000000}"/>
          </ac:picMkLst>
        </pc:picChg>
      </pc:sldChg>
      <pc:sldChg chg="modSp">
        <pc:chgData name="Riccardo Berta" userId="c8694f89-bba4-4576-b0a8-456619ca5a8c" providerId="ADAL" clId="{063E4AE5-56AB-6448-9566-8C05BB309F9A}" dt="2022-04-27T06:48:20.965" v="33"/>
        <pc:sldMkLst>
          <pc:docMk/>
          <pc:sldMk cId="0" sldId="287"/>
        </pc:sldMkLst>
        <pc:picChg chg="mod">
          <ac:chgData name="Riccardo Berta" userId="c8694f89-bba4-4576-b0a8-456619ca5a8c" providerId="ADAL" clId="{063E4AE5-56AB-6448-9566-8C05BB309F9A}" dt="2022-04-27T06:48:20.965" v="33"/>
          <ac:picMkLst>
            <pc:docMk/>
            <pc:sldMk cId="0" sldId="287"/>
            <ac:picMk id="357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101b1dc82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101b1dc82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256905cd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1256905cd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256905cd9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1256905cd9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1256905cd9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1256905cd9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1256905cd9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1256905cd9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1256905cd9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1256905cd9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1256905cd9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1256905cd9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1256905cd9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1256905cd9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1256905cd9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1256905cd9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1256905cd9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1256905cd9_0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11167aa304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11167aa304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11167aa304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11167aa304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11167aa304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11167aa304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1256905cd9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1256905cd9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1256905cd9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1256905cd9_0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1256905cd9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1256905cd9_0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751075d594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751075d594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101b1dc824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101b1dc824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101b1dc824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101b1dc824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101b1dc824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101b1dc824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101b1dc824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101b1dc824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101b1dc824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101b1dc824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101b1dc824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101b1dc824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1118e1d58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1118e1d58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11167aa304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11167aa304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11167aa304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11167aa304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11167aa304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11167aa304_0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11167aa304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11167aa304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11167aa304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11167aa304_0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11167aa304_1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11167aa304_1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56d75099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56d75099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1008933"/>
            <a:ext cx="1081625" cy="1499896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4355671"/>
            <a:ext cx="1081625" cy="1499896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044700" y="1925674"/>
            <a:ext cx="3054600" cy="204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044700" y="4155440"/>
            <a:ext cx="3054600" cy="9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613633"/>
            <a:ext cx="1081625" cy="1499896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7" name="Google Shape;17;p3"/>
          <p:cNvSpPr/>
          <p:nvPr/>
        </p:nvSpPr>
        <p:spPr>
          <a:xfrm rot="10800000" flipH="1">
            <a:off x="466425" y="4744471"/>
            <a:ext cx="1081625" cy="1499896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773700" y="2408600"/>
            <a:ext cx="7596600" cy="204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6727600"/>
            <a:ext cx="9144000" cy="1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3999900" cy="44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2"/>
          </p:nvPr>
        </p:nvSpPr>
        <p:spPr>
          <a:xfrm>
            <a:off x="4832400" y="1633633"/>
            <a:ext cx="3999900" cy="44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311700" y="1865867"/>
            <a:ext cx="2808000" cy="371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6727600"/>
            <a:ext cx="9144000" cy="1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title"/>
          </p:nvPr>
        </p:nvSpPr>
        <p:spPr>
          <a:xfrm>
            <a:off x="490250" y="600200"/>
            <a:ext cx="5878800" cy="545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33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59940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" name="Google Shape;44;p9"/>
          <p:cNvSpPr txBox="1">
            <a:spLocks noGrp="1"/>
          </p:cNvSpPr>
          <p:nvPr>
            <p:ph type="title"/>
          </p:nvPr>
        </p:nvSpPr>
        <p:spPr>
          <a:xfrm>
            <a:off x="265500" y="1239033"/>
            <a:ext cx="4045200" cy="238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ubTitle" idx="1"/>
          </p:nvPr>
        </p:nvSpPr>
        <p:spPr>
          <a:xfrm>
            <a:off x="265500" y="3692001"/>
            <a:ext cx="4045200" cy="209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2"/>
          </p:nvPr>
        </p:nvSpPr>
        <p:spPr>
          <a:xfrm>
            <a:off x="4939500" y="965600"/>
            <a:ext cx="3837000" cy="492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>
            <a:spLocks noGrp="1"/>
          </p:cNvSpPr>
          <p:nvPr>
            <p:ph type="body" idx="1"/>
          </p:nvPr>
        </p:nvSpPr>
        <p:spPr>
          <a:xfrm>
            <a:off x="319500" y="5625233"/>
            <a:ext cx="5998800" cy="79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>
            <a:endParaRPr/>
          </a:p>
        </p:txBody>
      </p:sp>
      <p:sp>
        <p:nvSpPr>
          <p:cNvPr id="50" name="Google Shape;50;p1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6727600"/>
            <a:ext cx="9144000" cy="1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276167"/>
            <a:ext cx="8520600" cy="283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>
            <a:spLocks noGrp="1"/>
          </p:cNvSpPr>
          <p:nvPr>
            <p:ph type="body" idx="1"/>
          </p:nvPr>
        </p:nvSpPr>
        <p:spPr>
          <a:xfrm>
            <a:off x="311700" y="4216000"/>
            <a:ext cx="8520600" cy="142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1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lux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unigeit-my.sharepoint.com/:v:/g/personal/riccardo_berta_unige_it/EXAFXQalMgJCoriNg80C4RMBhWQUtWu77lBqgX9jnV-F3g?e=fnUfTD" TargetMode="External"/><Relationship Id="rId7" Type="http://schemas.openxmlformats.org/officeDocument/2006/relationships/hyperlink" Target="https://unigeit-my.sharepoint.com/:v:/g/personal/riccardo_berta_unige_it/ES9KrqcOErZKsrAyX_vxTscBPpW8jk-bfLizyDR_ZzY6fg?e=hCF27C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unigeit-my.sharepoint.com/:v:/g/personal/riccardo_berta_unige_it/Ee9FT40RCKxBobl5FZnK_UIBcBvh-Z_K3RbfN-_NKaqOSA?e=kN4aTB" TargetMode="External"/><Relationship Id="rId5" Type="http://schemas.openxmlformats.org/officeDocument/2006/relationships/hyperlink" Target="https://unigeit-my.sharepoint.com/:v:/g/personal/riccardo_berta_unige_it/ET-VLzWFmllIlgb-_qqEutsBwsK-25apBYOVE3itSbaMXw?e=Rm3hA1" TargetMode="Externa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unigeit-my.sharepoint.com/:v:/g/personal/riccardo_berta_unige_it/ERpd49K2sg1FjuPhH3TzLZQBmuR5FzD61P5kR25bnN3EHA?e=DjQCRE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unigeit-my.sharepoint.com/:v:/g/personal/riccardo_berta_unige_it/EQpqswU2hmpClVlpzt-sRF8BJVKFJkzBrqu7EXhRcbL7jw?e=oJfJzp" TargetMode="Externa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hyperlink" Target="https://unigeit-my.sharepoint.com/:v:/g/personal/riccardo_berta_unige_it/Ebb_IMphtSBKqtxSxFCFBE8BS5xEQOftxhBbBh_cPtKVJg?e=r6hepU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hyperlink" Target="https://unigeit-my.sharepoint.com/:v:/g/personal/riccardo_berta_unige_it/Eb8SYu8L9AJDhjYCCUzQ7l4B9Djioalx1zbANYNzONtuDQ?e=vI8LhI" TargetMode="Externa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hyperlink" Target="https://unigeit-my.sharepoint.com/:v:/g/personal/riccardo_berta_unige_it/Ec7geS0Rgh9HkdnuDsb4C5IB5n3wV1ET_lPKIYIGrzKd1A?e=VfloaW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hyperlink" Target="https://unigeit-my.sharepoint.com/:v:/g/personal/riccardo_berta_unige_it/Ef_VXIOiqA5OmW0Sv5dKYM4Bxk43BTVw2yOqfimrYJZkvA?e=QAeZHN" TargetMode="Externa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hyperlink" Target="https://unigeit-my.sharepoint.com/:v:/g/personal/riccardo_berta_unige_it/EUqALcb6zBBJsfG9kgjxt78BtNU7URx9MGP4omtuX6Qc0w?e=SVyLi5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hyperlink" Target="https://unigeit-my.sharepoint.com/:v:/g/personal/riccardo_berta_unige_it/ETbzoMkpmRJEoMMxrto2QxkBpEBoSbGykrayDMVqqp1BVQ?e=eO44PB" TargetMode="Externa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unigeit-my.sharepoint.com/:v:/g/personal/riccardo_berta_unige_it/EbHFntmLWfFBmsKilrxGFVwBukBz_4V7mP6QOdTE2mb93Q?e=lt23r1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hyperlink" Target="http://gateway.api.com/devices/TV/" TargetMode="External"/><Relationship Id="rId7" Type="http://schemas.openxmlformats.org/officeDocument/2006/relationships/hyperlink" Target="https://unigeit-my.sharepoint.com/:v:/g/personal/riccardo_berta_unige_it/ESSdm2q5b2FKrKU5QmsLsjMBwNtQJ8fYzzMQq9HJnvuMcw?e=QJOOnM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kitchen:3000/fridge/" TargetMode="External"/><Relationship Id="rId5" Type="http://schemas.openxmlformats.org/officeDocument/2006/relationships/hyperlink" Target="https://192.168.10.10:9002/" TargetMode="External"/><Relationship Id="rId4" Type="http://schemas.openxmlformats.org/officeDocument/2006/relationships/hyperlink" Target="http://kitchen-raspberry.device-lab.co.uk/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unigeit-my.sharepoint.com/:v:/g/personal/riccardo_berta_unige_it/EYpYN9ZGSrhBrnZv5SlZgagBv7grcyrBIUZyR-QDWlQiTg?e=U6Uba3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unigeit-my.sharepoint.com/:v:/g/personal/riccardo_berta_unige_it/EfQ32YPhxfRAs8sdwkaiE6sBCyrlT2wEHi1PK_BePp4FNw?e=8bDE89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msgpack.org/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hyperlink" Target="https://unigeit-my.sharepoint.com/:v:/g/personal/riccardo_berta_unige_it/EVmdr6gE2JVGpoIE38Zka_oBDiZ2CayKMo13abwyeZ4lrA?e=riiVSk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unigeit-my.sharepoint.com/:v:/g/personal/riccardo_berta_unige_it/EdxAHPXJIZRJvdXUQz4-hLYBSLFP6orcDj9A790XQWIx2Q?e=xfMS9q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unigeit-my.sharepoint.com/:v:/g/personal/riccardo_berta_unige_it/EUkMY2yVJ0hCgv-qkL8GFfoBFlIQL3Kw2h6nBMOldM5hFQ?e=BjRw0k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hyperlink" Target="https://unigeit-my.sharepoint.com/:v:/g/personal/riccardo_berta_unige_it/EdrWoaCvC4xJlRyjZYxfEeMBvVul8b_A6ZSrdNvBNvG9EQ?e=ezVtuF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hyperlink" Target="https://dev.twitter.com/overview/documentation" TargetMode="External"/><Relationship Id="rId7" Type="http://schemas.openxmlformats.org/officeDocument/2006/relationships/hyperlink" Target="https://unigeit-my.sharepoint.com/:v:/g/personal/riccardo_berta_unige_it/EaKSEDwXKZtKkse7Fm6mOOIBK8qfTIj17ruC0ZNw0hg4jA?e=Z9a6vg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developer.paypal.com/docs/api/" TargetMode="External"/><Relationship Id="rId5" Type="http://schemas.openxmlformats.org/officeDocument/2006/relationships/hyperlink" Target="https://developer.ebay.com/api-docs/buy/browse/resources/item_summary/methods/search#_samples" TargetMode="External"/><Relationship Id="rId4" Type="http://schemas.openxmlformats.org/officeDocument/2006/relationships/hyperlink" Target="http://developer.ebay.com/Devzone/XML/docs/Reference/eBay/index.html" TargetMode="Externa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unigeit-my.sharepoint.com/:v:/g/personal/riccardo_berta_unige_it/Eb3g4NuGPN9LjkoSRfpWDWkBx6Zl41dgIBAiYF2Tot06fw?e=rnnKg7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hyperlink" Target="https://unigeit-my.sharepoint.com/:v:/g/personal/riccardo_berta_unige_it/EVoznV6vpSdHi06B3NtmnRcBVKeSJeotPX12aV__8Ptj5Q?e=NVlKXv" TargetMode="Externa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hyperlink" Target="https://unigeit-my.sharepoint.com/:v:/g/personal/riccardo_berta_unige_it/ERtNUCGopW9IhhNmIzV7STsBjSK_lbZeFmGnbLQvHmvQMg?e=gSzfAQ" TargetMode="Externa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hyperlink" Target="https://unigeit-my.sharepoint.com/:v:/g/personal/riccardo_berta_unige_it/EUhASzlLukdCm09qxwvT35oBjVa5ji6WtKCnGSI4mUnRzw?e=wVI34M" TargetMode="Externa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hyperlink" Target="https://unigeit-my.sharepoint.com/:v:/g/personal/riccardo_berta_unige_it/EdEBMg0XqlBBq1C3yv4U6FYBwJpBX8uJFQiKkwOuUEq9Fw?e=6cyXhh" TargetMode="Externa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unigeit-my.sharepoint.com/:v:/g/personal/riccardo_berta_unige_it/EasJQIV13Q5Ondub6git134Blo7kDiOmzViy5WWudbiqtA?e=c1RQtv" TargetMode="Externa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1.png"/><Relationship Id="rId4" Type="http://schemas.openxmlformats.org/officeDocument/2006/relationships/image" Target="../media/image8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ctrTitle"/>
          </p:nvPr>
        </p:nvSpPr>
        <p:spPr>
          <a:xfrm>
            <a:off x="3044700" y="1925674"/>
            <a:ext cx="3054600" cy="204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REST API</a:t>
            </a:r>
            <a:endParaRPr/>
          </a:p>
        </p:txBody>
      </p:sp>
      <p:grpSp>
        <p:nvGrpSpPr>
          <p:cNvPr id="63" name="Google Shape;63;p13"/>
          <p:cNvGrpSpPr/>
          <p:nvPr/>
        </p:nvGrpSpPr>
        <p:grpSpPr>
          <a:xfrm>
            <a:off x="4991502" y="202216"/>
            <a:ext cx="3988156" cy="1681357"/>
            <a:chOff x="596595" y="1681625"/>
            <a:chExt cx="7590704" cy="3377576"/>
          </a:xfrm>
        </p:grpSpPr>
        <p:pic>
          <p:nvPicPr>
            <p:cNvPr id="64" name="Google Shape;64;p1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713500" y="3485357"/>
              <a:ext cx="1051800" cy="71521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5" name="Google Shape;65;p13"/>
            <p:cNvSpPr/>
            <p:nvPr/>
          </p:nvSpPr>
          <p:spPr>
            <a:xfrm>
              <a:off x="1929869" y="3438494"/>
              <a:ext cx="2529576" cy="1548504"/>
            </a:xfrm>
            <a:prstGeom prst="cloud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66" name="Google Shape;66;p13"/>
            <p:cNvCxnSpPr>
              <a:stCxn id="67" idx="3"/>
            </p:cNvCxnSpPr>
            <p:nvPr/>
          </p:nvCxnSpPr>
          <p:spPr>
            <a:xfrm>
              <a:off x="1937776" y="3426272"/>
              <a:ext cx="427200" cy="23790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pic>
          <p:nvPicPr>
            <p:cNvPr id="67" name="Google Shape;67;p1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96595" y="2978971"/>
              <a:ext cx="1341180" cy="894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8" name="Google Shape;68;p1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369970" y="1681625"/>
              <a:ext cx="921151" cy="77245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69" name="Google Shape;69;p13"/>
            <p:cNvCxnSpPr>
              <a:stCxn id="68" idx="2"/>
              <a:endCxn id="65" idx="3"/>
            </p:cNvCxnSpPr>
            <p:nvPr/>
          </p:nvCxnSpPr>
          <p:spPr>
            <a:xfrm>
              <a:off x="2830546" y="2454075"/>
              <a:ext cx="364200" cy="107310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pic>
          <p:nvPicPr>
            <p:cNvPr id="70" name="Google Shape;70;p13"/>
            <p:cNvPicPr preferRelativeResize="0"/>
            <p:nvPr/>
          </p:nvPicPr>
          <p:blipFill rotWithShape="1">
            <a:blip r:embed="rId6">
              <a:alphaModFix/>
            </a:blip>
            <a:srcRect l="7526" t="9500" r="8376" b="35009"/>
            <a:stretch/>
          </p:blipFill>
          <p:spPr>
            <a:xfrm rot="5400000">
              <a:off x="6395675" y="3267576"/>
              <a:ext cx="2271976" cy="13112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1" name="Google Shape;71;p13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6085380" y="3787000"/>
              <a:ext cx="504057" cy="32520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72" name="Google Shape;72;p13"/>
            <p:cNvCxnSpPr/>
            <p:nvPr/>
          </p:nvCxnSpPr>
          <p:spPr>
            <a:xfrm>
              <a:off x="4459430" y="3920656"/>
              <a:ext cx="254100" cy="510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3" name="Google Shape;73;p13"/>
            <p:cNvCxnSpPr/>
            <p:nvPr/>
          </p:nvCxnSpPr>
          <p:spPr>
            <a:xfrm>
              <a:off x="5765300" y="3919166"/>
              <a:ext cx="365400" cy="810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4" name="Google Shape;74;p13"/>
            <p:cNvCxnSpPr>
              <a:stCxn id="71" idx="3"/>
              <a:endCxn id="71" idx="3"/>
            </p:cNvCxnSpPr>
            <p:nvPr/>
          </p:nvCxnSpPr>
          <p:spPr>
            <a:xfrm>
              <a:off x="6589437" y="3949600"/>
              <a:ext cx="0" cy="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5" name="Google Shape;75;p13"/>
            <p:cNvCxnSpPr>
              <a:stCxn id="71" idx="3"/>
            </p:cNvCxnSpPr>
            <p:nvPr/>
          </p:nvCxnSpPr>
          <p:spPr>
            <a:xfrm>
              <a:off x="6589437" y="3949600"/>
              <a:ext cx="304200" cy="840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pic>
          <p:nvPicPr>
            <p:cNvPr id="76" name="Google Shape;76;p13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2542954" y="3807661"/>
              <a:ext cx="1311275" cy="81546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7" name="Google Shape;77;p13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5012750" y="4200575"/>
              <a:ext cx="576750" cy="81571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8" name="Google Shape;78;p13"/>
          <p:cNvSpPr/>
          <p:nvPr/>
        </p:nvSpPr>
        <p:spPr>
          <a:xfrm>
            <a:off x="6926088" y="1164500"/>
            <a:ext cx="315300" cy="335700"/>
          </a:xfrm>
          <a:prstGeom prst="ellipse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13"/>
          <p:cNvSpPr/>
          <p:nvPr/>
        </p:nvSpPr>
        <p:spPr>
          <a:xfrm>
            <a:off x="6103245" y="731349"/>
            <a:ext cx="315300" cy="335700"/>
          </a:xfrm>
          <a:prstGeom prst="ellipse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13"/>
          <p:cNvSpPr/>
          <p:nvPr/>
        </p:nvSpPr>
        <p:spPr>
          <a:xfrm>
            <a:off x="5665643" y="964911"/>
            <a:ext cx="315300" cy="335700"/>
          </a:xfrm>
          <a:prstGeom prst="ellipse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4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RPC (Remote Procedure Call)</a:t>
            </a:r>
            <a:endParaRPr/>
          </a:p>
        </p:txBody>
      </p:sp>
      <p:sp>
        <p:nvSpPr>
          <p:cNvPr id="86" name="Google Shape;86;p14"/>
          <p:cNvSpPr txBox="1">
            <a:spLocks noGrp="1"/>
          </p:cNvSpPr>
          <p:nvPr>
            <p:ph type="body" idx="1"/>
          </p:nvPr>
        </p:nvSpPr>
        <p:spPr>
          <a:xfrm>
            <a:off x="272400" y="967525"/>
            <a:ext cx="8599200" cy="563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Context: distributed applications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Communication follows the patterns of normal function calls, except that the function is running on another machine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Calling it involves: 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making a request to the server that includes the function’s name and arguments 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the response to that request contains the returned value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When thinking in terms of RPC, HTTP is </a:t>
            </a:r>
            <a:r>
              <a:rPr lang="en-GB" b="1" dirty="0"/>
              <a:t>just a vehicle</a:t>
            </a:r>
            <a:r>
              <a:rPr lang="en-GB" dirty="0"/>
              <a:t> for communication, and you will most likely write an abstraction layer that hides it entirely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Another approach is to </a:t>
            </a:r>
            <a:r>
              <a:rPr lang="en-GB" b="1" dirty="0"/>
              <a:t>build your communication around the concept of resources and HTTP methods:</a:t>
            </a:r>
            <a:r>
              <a:rPr lang="en-GB" dirty="0"/>
              <a:t> 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instead of a remote procedure called “</a:t>
            </a:r>
            <a:r>
              <a:rPr lang="en-GB" dirty="0" err="1"/>
              <a:t>addUser</a:t>
            </a:r>
            <a:r>
              <a:rPr lang="en-GB" dirty="0"/>
              <a:t>”, you use a POST request to /users/</a:t>
            </a:r>
            <a:r>
              <a:rPr lang="en-GB" dirty="0" err="1"/>
              <a:t>larry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instead of encoding that user’s properties in function arguments, you define a document format, or use an existing format, that represents a user </a:t>
            </a:r>
            <a:endParaRPr dirty="0"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dirty="0"/>
              <a:t>the body of the POST request to create a new resource is such document</a:t>
            </a:r>
            <a:endParaRPr dirty="0"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dirty="0"/>
              <a:t>a resource is fetched by making a GET request to the resource’s URL, which returns the document representing the resource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It makes easier to use HTTP features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support for caching resources 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coherence of the interface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simple to use by other developer</a:t>
            </a:r>
            <a:endParaRPr dirty="0"/>
          </a:p>
        </p:txBody>
      </p:sp>
      <p:pic>
        <p:nvPicPr>
          <p:cNvPr id="87" name="Google Shape;87;p1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56275" y="1111750"/>
            <a:ext cx="296550" cy="25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4">
            <a:hlinkClick r:id="rId5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49325" y="2544750"/>
            <a:ext cx="296550" cy="25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4">
            <a:hlinkClick r:id="rId6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91725" y="3758200"/>
            <a:ext cx="296550" cy="25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4">
            <a:hlinkClick r:id="rId7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91725" y="6026225"/>
            <a:ext cx="296550" cy="25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5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Representational State-Transfer (REST)</a:t>
            </a:r>
            <a:endParaRPr/>
          </a:p>
        </p:txBody>
      </p:sp>
      <p:sp>
        <p:nvSpPr>
          <p:cNvPr id="96" name="Google Shape;96;p15"/>
          <p:cNvSpPr txBox="1">
            <a:spLocks noGrp="1"/>
          </p:cNvSpPr>
          <p:nvPr>
            <p:ph type="body" idx="1"/>
          </p:nvPr>
        </p:nvSpPr>
        <p:spPr>
          <a:xfrm>
            <a:off x="311700" y="1506099"/>
            <a:ext cx="8520600" cy="493066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A set of architectural principles that any distributed system can adopt 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formalized in Roy Fielding's PhD thesis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these properties are what made the Web so successful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if the architecture of a distributed system follows the REST constraints, that system is said to be RESTful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 lang="en-GB" i="1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i="1" dirty="0"/>
              <a:t>“REST provides a set of architectural constraints that, when applied as a whole, emphasizes </a:t>
            </a:r>
            <a:r>
              <a:rPr lang="en-GB" b="1" i="1" dirty="0"/>
              <a:t>scalability</a:t>
            </a:r>
            <a:r>
              <a:rPr lang="en-GB" i="1" dirty="0"/>
              <a:t> of component interactions, </a:t>
            </a:r>
            <a:r>
              <a:rPr lang="en-GB" b="1" i="1" dirty="0"/>
              <a:t>generality</a:t>
            </a:r>
            <a:r>
              <a:rPr lang="en-GB" i="1" dirty="0"/>
              <a:t> of interfaces, </a:t>
            </a:r>
            <a:r>
              <a:rPr lang="en-GB" b="1" i="1" dirty="0"/>
              <a:t>independent deployment</a:t>
            </a:r>
            <a:r>
              <a:rPr lang="en-GB" i="1" dirty="0"/>
              <a:t> of components to </a:t>
            </a:r>
            <a:r>
              <a:rPr lang="en-GB" b="1" i="1" dirty="0"/>
              <a:t>reduce interaction latency</a:t>
            </a:r>
            <a:r>
              <a:rPr lang="en-GB" i="1" dirty="0"/>
              <a:t>, </a:t>
            </a:r>
            <a:r>
              <a:rPr lang="en-GB" b="1" i="1" dirty="0"/>
              <a:t>enforce security</a:t>
            </a:r>
            <a:r>
              <a:rPr lang="en-GB" i="1" dirty="0"/>
              <a:t>, and </a:t>
            </a:r>
            <a:r>
              <a:rPr lang="en-GB" b="1" i="1" dirty="0"/>
              <a:t>encapsulate legacy systems</a:t>
            </a:r>
            <a:r>
              <a:rPr lang="en-GB" i="1" dirty="0"/>
              <a:t>”</a:t>
            </a:r>
            <a:endParaRPr i="1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 lang="en-GB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Constraints: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b="1" dirty="0"/>
              <a:t>Client-server</a:t>
            </a:r>
            <a:endParaRPr b="1"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b="1" dirty="0"/>
              <a:t>Uniform interfaces</a:t>
            </a:r>
            <a:endParaRPr b="1"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b="1" dirty="0"/>
              <a:t>Stateless</a:t>
            </a:r>
            <a:endParaRPr b="1"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b="1" dirty="0"/>
              <a:t>Cacheable</a:t>
            </a:r>
            <a:endParaRPr b="1"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b="1" dirty="0"/>
              <a:t>Layered system</a:t>
            </a:r>
            <a:endParaRPr b="1" dirty="0"/>
          </a:p>
          <a:p>
            <a:pPr marL="45720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  <p:pic>
        <p:nvPicPr>
          <p:cNvPr id="97" name="Google Shape;97;p15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15300" y="544050"/>
            <a:ext cx="296550" cy="25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5">
            <a:hlinkClick r:id="rId5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46870" y="4829157"/>
            <a:ext cx="296550" cy="25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Constraint 1: client-server</a:t>
            </a:r>
            <a:endParaRPr/>
          </a:p>
        </p:txBody>
      </p:sp>
      <p:sp>
        <p:nvSpPr>
          <p:cNvPr id="104" name="Google Shape;104;p16"/>
          <p:cNvSpPr txBox="1">
            <a:spLocks noGrp="1"/>
          </p:cNvSpPr>
          <p:nvPr>
            <p:ph type="body" idx="1"/>
          </p:nvPr>
        </p:nvSpPr>
        <p:spPr>
          <a:xfrm>
            <a:off x="311700" y="1043723"/>
            <a:ext cx="8520600" cy="553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Interactions are based on the </a:t>
            </a:r>
            <a:r>
              <a:rPr lang="en-GB" b="1"/>
              <a:t>request-response pattern</a:t>
            </a:r>
            <a:endParaRPr b="1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a client sends a request to a server and gets back a response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This maximizes </a:t>
            </a:r>
            <a:r>
              <a:rPr lang="en-GB" b="1"/>
              <a:t>decoupling</a:t>
            </a:r>
            <a:r>
              <a:rPr lang="en-GB"/>
              <a:t> between components 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clients don’t need to know anything about the implementation of the server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only how to send the request to get the data they want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servers don’t need to know about the state of clients or how that data will be used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Separation of concerns between data, control logic, and presentation 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scalability 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portability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/>
              <a:t>Loose coupling</a:t>
            </a:r>
            <a:r>
              <a:rPr lang="en-GB"/>
              <a:t> : each component can exist and evolve independently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pic>
        <p:nvPicPr>
          <p:cNvPr id="105" name="Google Shape;10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35125" y="4002650"/>
            <a:ext cx="6154825" cy="257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6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98625" y="554650"/>
            <a:ext cx="296550" cy="25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Constraint 2: Uniform interfaces</a:t>
            </a:r>
            <a:endParaRPr/>
          </a:p>
        </p:txBody>
      </p:sp>
      <p:sp>
        <p:nvSpPr>
          <p:cNvPr id="112" name="Google Shape;112;p17"/>
          <p:cNvSpPr txBox="1">
            <a:spLocks noGrp="1"/>
          </p:cNvSpPr>
          <p:nvPr>
            <p:ph type="body" idx="1"/>
          </p:nvPr>
        </p:nvSpPr>
        <p:spPr>
          <a:xfrm>
            <a:off x="311700" y="1192958"/>
            <a:ext cx="8520600" cy="44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Loose coupling can only be achieved when using a uniform interface that all components in the system respect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/>
              <a:t>Unambiguous</a:t>
            </a:r>
            <a:r>
              <a:rPr lang="en-GB"/>
              <a:t>, </a:t>
            </a:r>
            <a:r>
              <a:rPr lang="en-GB" b="1"/>
              <a:t>simple</a:t>
            </a:r>
            <a:r>
              <a:rPr lang="en-GB"/>
              <a:t>, and </a:t>
            </a:r>
            <a:r>
              <a:rPr lang="en-GB" b="1"/>
              <a:t>standard</a:t>
            </a:r>
            <a:r>
              <a:rPr lang="en-GB"/>
              <a:t> interfaces that can be easily extended for all sorts of content and scenarios 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This have largely contributed to the  success of the Web as an open and participatory system. This is also essential for the Web of Things 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new, unknown devices will be added and removed to the system at any time, and interacting with them shall require minimal effort</a:t>
            </a:r>
            <a:endParaRPr/>
          </a:p>
        </p:txBody>
      </p:sp>
      <p:pic>
        <p:nvPicPr>
          <p:cNvPr id="113" name="Google Shape;11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3401" y="3681075"/>
            <a:ext cx="3805750" cy="2782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7"/>
          <p:cNvPicPr preferRelativeResize="0"/>
          <p:nvPr/>
        </p:nvPicPr>
        <p:blipFill rotWithShape="1">
          <a:blip r:embed="rId4">
            <a:alphaModFix/>
          </a:blip>
          <a:srcRect l="11313" t="2688" r="7878" b="2650"/>
          <a:stretch/>
        </p:blipFill>
        <p:spPr>
          <a:xfrm>
            <a:off x="5071325" y="4368575"/>
            <a:ext cx="3261250" cy="1685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7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55875" y="544075"/>
            <a:ext cx="296550" cy="25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8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Constraint 3: Stateless</a:t>
            </a:r>
            <a:endParaRPr/>
          </a:p>
        </p:txBody>
      </p:sp>
      <p:sp>
        <p:nvSpPr>
          <p:cNvPr id="121" name="Google Shape;121;p18"/>
          <p:cNvSpPr txBox="1">
            <a:spLocks noGrp="1"/>
          </p:cNvSpPr>
          <p:nvPr>
            <p:ph type="body" idx="1"/>
          </p:nvPr>
        </p:nvSpPr>
        <p:spPr>
          <a:xfrm>
            <a:off x="311700" y="1328824"/>
            <a:ext cx="8520600" cy="519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The client context and state should not be kept on the server, but only on the client: each request should contain the client state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This improve: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visibility: monitoring and debugging of server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robustness: recovering from network or application failures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scalability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Of course, servers and applications can be stateful as this constraint simply requires that </a:t>
            </a:r>
            <a:r>
              <a:rPr lang="en-GB" b="1"/>
              <a:t>interactions</a:t>
            </a:r>
            <a:r>
              <a:rPr lang="en-GB"/>
              <a:t> contain information about each other’s state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pic>
        <p:nvPicPr>
          <p:cNvPr id="122" name="Google Shape;122;p18"/>
          <p:cNvPicPr preferRelativeResize="0"/>
          <p:nvPr/>
        </p:nvPicPr>
        <p:blipFill rotWithShape="1">
          <a:blip r:embed="rId3">
            <a:alphaModFix/>
          </a:blip>
          <a:srcRect r="26841" b="62364"/>
          <a:stretch/>
        </p:blipFill>
        <p:spPr>
          <a:xfrm>
            <a:off x="83100" y="4439925"/>
            <a:ext cx="3870200" cy="166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8"/>
          <p:cNvPicPr preferRelativeResize="0"/>
          <p:nvPr/>
        </p:nvPicPr>
        <p:blipFill rotWithShape="1">
          <a:blip r:embed="rId3">
            <a:alphaModFix/>
          </a:blip>
          <a:srcRect l="2257" t="54072" r="1681" b="7955"/>
          <a:stretch/>
        </p:blipFill>
        <p:spPr>
          <a:xfrm>
            <a:off x="4029500" y="4516125"/>
            <a:ext cx="5036475" cy="166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8"/>
          <p:cNvSpPr txBox="1"/>
          <p:nvPr/>
        </p:nvSpPr>
        <p:spPr>
          <a:xfrm>
            <a:off x="1244050" y="6105725"/>
            <a:ext cx="1700700" cy="4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 Stateless Server</a:t>
            </a:r>
            <a:endParaRPr/>
          </a:p>
        </p:txBody>
      </p:sp>
      <p:sp>
        <p:nvSpPr>
          <p:cNvPr id="125" name="Google Shape;125;p18"/>
          <p:cNvSpPr txBox="1"/>
          <p:nvPr/>
        </p:nvSpPr>
        <p:spPr>
          <a:xfrm>
            <a:off x="5494875" y="6105725"/>
            <a:ext cx="1700700" cy="4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 Stateful Server</a:t>
            </a:r>
            <a:endParaRPr/>
          </a:p>
        </p:txBody>
      </p:sp>
      <p:pic>
        <p:nvPicPr>
          <p:cNvPr id="126" name="Google Shape;126;p18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9525" y="522925"/>
            <a:ext cx="296550" cy="25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9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Constraint 4: Cacheable</a:t>
            </a:r>
            <a:endParaRPr/>
          </a:p>
        </p:txBody>
      </p:sp>
      <p:sp>
        <p:nvSpPr>
          <p:cNvPr id="132" name="Google Shape;132;p19"/>
          <p:cNvSpPr txBox="1">
            <a:spLocks noGrp="1"/>
          </p:cNvSpPr>
          <p:nvPr>
            <p:ph type="body" idx="1"/>
          </p:nvPr>
        </p:nvSpPr>
        <p:spPr>
          <a:xfrm>
            <a:off x="311700" y="1274733"/>
            <a:ext cx="8520600" cy="44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Caching has been a key element in the performance (loading time) of the Web today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Servers, clients and intermediaries can </a:t>
            </a:r>
            <a:r>
              <a:rPr lang="en-GB" b="1"/>
              <a:t>store some data locally</a:t>
            </a:r>
            <a:r>
              <a:rPr lang="en-GB"/>
              <a:t>, which boosts their loading time, as that data doesn’t need to be fetched from the actual server for each request 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Servers can define policies when data expires and when updates must be reloaded from the server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Improvements: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better performance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server scalability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reduced latency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pic>
        <p:nvPicPr>
          <p:cNvPr id="133" name="Google Shape;13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639" y="4733375"/>
            <a:ext cx="3796662" cy="152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9"/>
          <p:cNvPicPr preferRelativeResize="0"/>
          <p:nvPr/>
        </p:nvPicPr>
        <p:blipFill rotWithShape="1">
          <a:blip r:embed="rId4">
            <a:alphaModFix/>
          </a:blip>
          <a:srcRect b="15261"/>
          <a:stretch/>
        </p:blipFill>
        <p:spPr>
          <a:xfrm>
            <a:off x="5087800" y="4733375"/>
            <a:ext cx="3744500" cy="152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9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22375" y="533475"/>
            <a:ext cx="296550" cy="25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0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Constraint 5: Layered System</a:t>
            </a:r>
            <a:endParaRPr/>
          </a:p>
        </p:txBody>
      </p:sp>
      <p:sp>
        <p:nvSpPr>
          <p:cNvPr id="141" name="Google Shape;141;p20"/>
          <p:cNvSpPr txBox="1">
            <a:spLocks noGrp="1"/>
          </p:cNvSpPr>
          <p:nvPr>
            <p:ph type="body" idx="1"/>
          </p:nvPr>
        </p:nvSpPr>
        <p:spPr>
          <a:xfrm>
            <a:off x="352525" y="1331758"/>
            <a:ext cx="8520600" cy="44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Several </a:t>
            </a:r>
            <a:r>
              <a:rPr lang="en-GB" b="1"/>
              <a:t>intermediate components</a:t>
            </a:r>
            <a:r>
              <a:rPr lang="en-GB"/>
              <a:t> to make possible to leverage intermediary servers to improve scalability and response times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For example: </a:t>
            </a:r>
            <a:r>
              <a:rPr lang="en-GB" b="1"/>
              <a:t>distributed caches</a:t>
            </a:r>
            <a:r>
              <a:rPr lang="en-GB"/>
              <a:t> can cache data in various locations throughout the globe to allow clients to retrieve some data faster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This is possible because clients don’t need to know if they interact with the target server or some other proxy along the way 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Another benefit: it enables </a:t>
            </a:r>
            <a:r>
              <a:rPr lang="en-GB" b="1"/>
              <a:t>encapsulation of legacy systems</a:t>
            </a:r>
            <a:r>
              <a:rPr lang="en-GB"/>
              <a:t> (for example proprietary protocols)</a:t>
            </a:r>
            <a:endParaRPr/>
          </a:p>
        </p:txBody>
      </p:sp>
      <p:pic>
        <p:nvPicPr>
          <p:cNvPr id="142" name="Google Shape;14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3725" y="4330450"/>
            <a:ext cx="7729600" cy="20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0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01232" y="577764"/>
            <a:ext cx="296550" cy="25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1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SOAP vs REST</a:t>
            </a:r>
            <a:endParaRPr/>
          </a:p>
        </p:txBody>
      </p:sp>
      <p:sp>
        <p:nvSpPr>
          <p:cNvPr id="149" name="Google Shape;149;p21"/>
          <p:cNvSpPr txBox="1">
            <a:spLocks noGrp="1"/>
          </p:cNvSpPr>
          <p:nvPr>
            <p:ph type="body" idx="1"/>
          </p:nvPr>
        </p:nvSpPr>
        <p:spPr>
          <a:xfrm>
            <a:off x="311700" y="1043733"/>
            <a:ext cx="8520600" cy="44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SOAP: Simple Object Access Protocol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SOAP is dead!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pic>
        <p:nvPicPr>
          <p:cNvPr id="150" name="Google Shape;15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22463" y="336550"/>
            <a:ext cx="4257675" cy="603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3357" y="1923525"/>
            <a:ext cx="3466900" cy="439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21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19550" y="512325"/>
            <a:ext cx="296550" cy="25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2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Why Do We Need a Uniform Interface?</a:t>
            </a:r>
            <a:endParaRPr/>
          </a:p>
        </p:txBody>
      </p:sp>
      <p:sp>
        <p:nvSpPr>
          <p:cNvPr id="158" name="Google Shape;158;p22"/>
          <p:cNvSpPr txBox="1">
            <a:spLocks noGrp="1"/>
          </p:cNvSpPr>
          <p:nvPr>
            <p:ph type="body" idx="1"/>
          </p:nvPr>
        </p:nvSpPr>
        <p:spPr>
          <a:xfrm>
            <a:off x="311700" y="1192948"/>
            <a:ext cx="8520600" cy="538652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The most important of these constraints is the uniform interface:</a:t>
            </a:r>
            <a:endParaRPr dirty="0"/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</a:pPr>
            <a:r>
              <a:rPr lang="en-GB" dirty="0"/>
              <a:t>minimizes the coupling between components, which helps to design more scalable and robust applications</a:t>
            </a:r>
            <a:endParaRPr dirty="0"/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</a:pPr>
            <a:r>
              <a:rPr lang="en-GB" dirty="0"/>
              <a:t>allows the use of  a Web-like mindset to design applications (markup languages, event-based browser interactions, scripting languages, URLs, etc.) </a:t>
            </a:r>
            <a:endParaRPr dirty="0"/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</a:pPr>
            <a:r>
              <a:rPr lang="en-GB" dirty="0"/>
              <a:t>HTTP traffic on port 80 is the only protocol that is always permitted by most firewalls</a:t>
            </a:r>
            <a:endParaRPr dirty="0"/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</a:pPr>
            <a:r>
              <a:rPr lang="en-GB" dirty="0"/>
              <a:t>makes it easy to hide low-level protocol details behind simple, high-level abstractions, which promotes openness, programmability, and reusability of services and data regardless of how it is stored or encoded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 lang="en-GB" sz="12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The point is that what REST and HTTP have done for the Web, they can also do for the Web of Things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make it possible for any physical object to be accessed via the same uniform interface as the rest of the Web 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endParaRPr dirty="0"/>
          </a:p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</a:pPr>
            <a:r>
              <a:rPr lang="en-GB" dirty="0"/>
              <a:t>The uniform interface of the Web is based on </a:t>
            </a:r>
            <a:r>
              <a:rPr lang="en-GB" u="sng" dirty="0"/>
              <a:t>four principles</a:t>
            </a:r>
            <a:r>
              <a:rPr lang="en-GB" dirty="0"/>
              <a:t>: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b="1" dirty="0"/>
              <a:t>Addressable Resources</a:t>
            </a:r>
            <a:endParaRPr b="1"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b="1" dirty="0"/>
              <a:t>Manipulation of resource through representations</a:t>
            </a:r>
            <a:endParaRPr b="1"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b="1" dirty="0"/>
              <a:t>Self-descriptive messages</a:t>
            </a:r>
            <a:endParaRPr b="1"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b="1" dirty="0"/>
              <a:t>Hypermedia as the engine of the application state (HATEOAS)</a:t>
            </a:r>
            <a:endParaRPr b="1" dirty="0"/>
          </a:p>
        </p:txBody>
      </p:sp>
      <p:pic>
        <p:nvPicPr>
          <p:cNvPr id="159" name="Google Shape;159;p22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61275" y="522900"/>
            <a:ext cx="296550" cy="25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3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Principle 1: Addressable Resources </a:t>
            </a:r>
            <a:endParaRPr/>
          </a:p>
        </p:txBody>
      </p:sp>
      <p:sp>
        <p:nvSpPr>
          <p:cNvPr id="165" name="Google Shape;165;p23"/>
          <p:cNvSpPr txBox="1">
            <a:spLocks noGrp="1"/>
          </p:cNvSpPr>
          <p:nvPr>
            <p:ph type="body" idx="1"/>
          </p:nvPr>
        </p:nvSpPr>
        <p:spPr>
          <a:xfrm>
            <a:off x="311700" y="967525"/>
            <a:ext cx="8520600" cy="565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 resource is any concept or piece of data in an application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Every resource must have a unique identifier and should be addressable using a unique referencing mechanism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on the Web, this is done by assigning every resource a unique URI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Using the same standard naming scheme as all other Web resources allows to seamlessly integrate Things and their properties into the Web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functions, data, or sensors can be linked to, shared, bookmarked, or used just like anything else on the Web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URI sintax: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&lt;scheme&gt; ":" &lt;authority&gt;&lt;path&gt; [ "?" query ] [ "#" fragment ]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Every device on the WoT must have a root URL that corresponds to its network address: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u="sng">
                <a:solidFill>
                  <a:schemeClr val="hlink"/>
                </a:solidFill>
                <a:hlinkClick r:id="rId3"/>
              </a:rPr>
              <a:t>http://gateway.api.com/devices/TV/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u="sng">
                <a:solidFill>
                  <a:schemeClr val="hlink"/>
                </a:solidFill>
                <a:hlinkClick r:id="rId4"/>
              </a:rPr>
              <a:t>http://kitchen-raspberry.device-lab.co.uk/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u="sng">
                <a:solidFill>
                  <a:schemeClr val="hlink"/>
                </a:solidFill>
                <a:hlinkClick r:id="rId5"/>
              </a:rPr>
              <a:t>https://192.168.10.10:9002/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u="sng">
                <a:solidFill>
                  <a:schemeClr val="hlink"/>
                </a:solidFill>
                <a:hlinkClick r:id="rId6"/>
              </a:rPr>
              <a:t>https://kitchen:3000/fridge/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In WoT we can have several types of resources: some of them represent Things and their actual properties, others can be entirely virtual 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a mashup, a data processing service, etc.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pic>
        <p:nvPicPr>
          <p:cNvPr id="166" name="Google Shape;166;p23">
            <a:hlinkClick r:id="rId7"/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363875" y="554650"/>
            <a:ext cx="296550" cy="25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4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Principle 1: Addressable Resources</a:t>
            </a:r>
            <a:endParaRPr/>
          </a:p>
        </p:txBody>
      </p:sp>
      <p:sp>
        <p:nvSpPr>
          <p:cNvPr id="172" name="Google Shape;172;p24"/>
          <p:cNvSpPr txBox="1">
            <a:spLocks noGrp="1"/>
          </p:cNvSpPr>
          <p:nvPr>
            <p:ph type="body" idx="1"/>
          </p:nvPr>
        </p:nvSpPr>
        <p:spPr>
          <a:xfrm>
            <a:off x="235500" y="1361333"/>
            <a:ext cx="8520600" cy="44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Resources are often organized in a hierarchy defined by a path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In </a:t>
            </a:r>
            <a:r>
              <a:rPr lang="en-GB" dirty="0" err="1"/>
              <a:t>WoT</a:t>
            </a:r>
            <a:r>
              <a:rPr lang="en-GB" dirty="0"/>
              <a:t> it can be used to identify the relationship between Things and their physical location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# a list of sensors on a device (all the sensors on device ID 24)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http://</a:t>
            </a:r>
            <a:r>
              <a:rPr lang="en-GB" dirty="0" err="1"/>
              <a:t>devices.webofthings.io</a:t>
            </a:r>
            <a:r>
              <a:rPr lang="en-GB" dirty="0"/>
              <a:t>/24/sensors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# a list of devices in an area (building 4)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http://192.168.44.12/building4/devices/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# a list of sensor readings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https://</a:t>
            </a:r>
            <a:r>
              <a:rPr lang="en-GB" dirty="0" err="1"/>
              <a:t>webofthings.org</a:t>
            </a:r>
            <a:r>
              <a:rPr lang="en-GB" dirty="0"/>
              <a:t>/devices/4554/samples</a:t>
            </a:r>
            <a:endParaRPr dirty="0"/>
          </a:p>
          <a:p>
            <a:pPr marL="45720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  <p:pic>
        <p:nvPicPr>
          <p:cNvPr id="173" name="Google Shape;17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1550" y="4091825"/>
            <a:ext cx="6488875" cy="2096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5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Principle 1: Addressable Resources</a:t>
            </a:r>
            <a:endParaRPr/>
          </a:p>
        </p:txBody>
      </p:sp>
      <p:sp>
        <p:nvSpPr>
          <p:cNvPr id="179" name="Google Shape;179;p25"/>
          <p:cNvSpPr/>
          <p:nvPr/>
        </p:nvSpPr>
        <p:spPr>
          <a:xfrm>
            <a:off x="1436900" y="2449300"/>
            <a:ext cx="285900" cy="285900"/>
          </a:xfrm>
          <a:prstGeom prst="flowChartConnector">
            <a:avLst/>
          </a:prstGeom>
          <a:solidFill>
            <a:srgbClr val="FFFFFF"/>
          </a:solidFill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25"/>
          <p:cNvSpPr txBox="1"/>
          <p:nvPr/>
        </p:nvSpPr>
        <p:spPr>
          <a:xfrm>
            <a:off x="840925" y="2808525"/>
            <a:ext cx="10614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Open Sans"/>
                <a:ea typeface="Open Sans"/>
                <a:cs typeface="Open Sans"/>
                <a:sym typeface="Open Sans"/>
              </a:rPr>
              <a:t>/gateway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1" name="Google Shape;181;p25"/>
          <p:cNvSpPr/>
          <p:nvPr/>
        </p:nvSpPr>
        <p:spPr>
          <a:xfrm>
            <a:off x="3311975" y="1589325"/>
            <a:ext cx="285900" cy="285900"/>
          </a:xfrm>
          <a:prstGeom prst="flowChartConnector">
            <a:avLst/>
          </a:prstGeom>
          <a:solidFill>
            <a:srgbClr val="FFFFFF"/>
          </a:solidFill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25"/>
          <p:cNvSpPr txBox="1"/>
          <p:nvPr/>
        </p:nvSpPr>
        <p:spPr>
          <a:xfrm>
            <a:off x="3009900" y="1240975"/>
            <a:ext cx="10614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Open Sans"/>
                <a:ea typeface="Open Sans"/>
                <a:cs typeface="Open Sans"/>
                <a:sym typeface="Open Sans"/>
              </a:rPr>
              <a:t>/actuators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3" name="Google Shape;183;p25"/>
          <p:cNvSpPr/>
          <p:nvPr/>
        </p:nvSpPr>
        <p:spPr>
          <a:xfrm>
            <a:off x="3344638" y="4011400"/>
            <a:ext cx="285900" cy="285900"/>
          </a:xfrm>
          <a:prstGeom prst="flowChartConnector">
            <a:avLst/>
          </a:prstGeom>
          <a:solidFill>
            <a:srgbClr val="FFFFFF"/>
          </a:solidFill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25"/>
          <p:cNvSpPr txBox="1"/>
          <p:nvPr/>
        </p:nvSpPr>
        <p:spPr>
          <a:xfrm>
            <a:off x="3009888" y="4356475"/>
            <a:ext cx="10614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Open Sans"/>
                <a:ea typeface="Open Sans"/>
                <a:cs typeface="Open Sans"/>
                <a:sym typeface="Open Sans"/>
              </a:rPr>
              <a:t>/sensors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5" name="Google Shape;185;p25"/>
          <p:cNvSpPr/>
          <p:nvPr/>
        </p:nvSpPr>
        <p:spPr>
          <a:xfrm>
            <a:off x="5325850" y="1589325"/>
            <a:ext cx="285900" cy="285900"/>
          </a:xfrm>
          <a:prstGeom prst="flowChartConnector">
            <a:avLst/>
          </a:prstGeom>
          <a:solidFill>
            <a:srgbClr val="FFFFFF"/>
          </a:solidFill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25"/>
          <p:cNvSpPr/>
          <p:nvPr/>
        </p:nvSpPr>
        <p:spPr>
          <a:xfrm>
            <a:off x="5325850" y="3280875"/>
            <a:ext cx="285900" cy="285900"/>
          </a:xfrm>
          <a:prstGeom prst="flowChartConnector">
            <a:avLst/>
          </a:prstGeom>
          <a:solidFill>
            <a:srgbClr val="FFFFFF"/>
          </a:solidFill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25"/>
          <p:cNvSpPr/>
          <p:nvPr/>
        </p:nvSpPr>
        <p:spPr>
          <a:xfrm>
            <a:off x="5325850" y="3964525"/>
            <a:ext cx="285900" cy="285900"/>
          </a:xfrm>
          <a:prstGeom prst="flowChartConnector">
            <a:avLst/>
          </a:prstGeom>
          <a:solidFill>
            <a:srgbClr val="FFFFFF"/>
          </a:solidFill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25"/>
          <p:cNvSpPr/>
          <p:nvPr/>
        </p:nvSpPr>
        <p:spPr>
          <a:xfrm>
            <a:off x="5404775" y="5525550"/>
            <a:ext cx="285900" cy="285900"/>
          </a:xfrm>
          <a:prstGeom prst="flowChartConnector">
            <a:avLst/>
          </a:prstGeom>
          <a:solidFill>
            <a:srgbClr val="FFFFFF"/>
          </a:solidFill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25"/>
          <p:cNvSpPr/>
          <p:nvPr/>
        </p:nvSpPr>
        <p:spPr>
          <a:xfrm>
            <a:off x="5325850" y="2567525"/>
            <a:ext cx="285900" cy="285900"/>
          </a:xfrm>
          <a:prstGeom prst="flowChartConnector">
            <a:avLst/>
          </a:prstGeom>
          <a:solidFill>
            <a:srgbClr val="FFFFFF"/>
          </a:solidFill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25"/>
          <p:cNvSpPr txBox="1"/>
          <p:nvPr/>
        </p:nvSpPr>
        <p:spPr>
          <a:xfrm>
            <a:off x="5119088" y="1200200"/>
            <a:ext cx="10614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Open Sans"/>
                <a:ea typeface="Open Sans"/>
                <a:cs typeface="Open Sans"/>
                <a:sym typeface="Open Sans"/>
              </a:rPr>
              <a:t>/leds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1" name="Google Shape;191;p25"/>
          <p:cNvSpPr/>
          <p:nvPr/>
        </p:nvSpPr>
        <p:spPr>
          <a:xfrm>
            <a:off x="6942250" y="2084600"/>
            <a:ext cx="285900" cy="285900"/>
          </a:xfrm>
          <a:prstGeom prst="flowChartConnector">
            <a:avLst/>
          </a:prstGeom>
          <a:solidFill>
            <a:srgbClr val="FFFFFF"/>
          </a:solidFill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25"/>
          <p:cNvSpPr/>
          <p:nvPr/>
        </p:nvSpPr>
        <p:spPr>
          <a:xfrm rot="220206">
            <a:off x="6942269" y="1637624"/>
            <a:ext cx="285886" cy="285886"/>
          </a:xfrm>
          <a:prstGeom prst="flowChartConnector">
            <a:avLst/>
          </a:prstGeom>
          <a:solidFill>
            <a:srgbClr val="FFFFFF"/>
          </a:solidFill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25"/>
          <p:cNvSpPr/>
          <p:nvPr/>
        </p:nvSpPr>
        <p:spPr>
          <a:xfrm>
            <a:off x="6942250" y="1093250"/>
            <a:ext cx="285900" cy="285900"/>
          </a:xfrm>
          <a:prstGeom prst="flowChartConnector">
            <a:avLst/>
          </a:prstGeom>
          <a:solidFill>
            <a:srgbClr val="FFFFFF"/>
          </a:solidFill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94" name="Google Shape;194;p25"/>
          <p:cNvCxnSpPr>
            <a:stCxn id="179" idx="7"/>
            <a:endCxn id="181" idx="2"/>
          </p:cNvCxnSpPr>
          <p:nvPr/>
        </p:nvCxnSpPr>
        <p:spPr>
          <a:xfrm rot="10800000" flipH="1">
            <a:off x="1680931" y="1732169"/>
            <a:ext cx="1631100" cy="759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5" name="Google Shape;195;p25"/>
          <p:cNvSpPr txBox="1"/>
          <p:nvPr/>
        </p:nvSpPr>
        <p:spPr>
          <a:xfrm>
            <a:off x="5246925" y="2191925"/>
            <a:ext cx="10614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Open Sans"/>
                <a:ea typeface="Open Sans"/>
                <a:cs typeface="Open Sans"/>
                <a:sym typeface="Open Sans"/>
              </a:rPr>
              <a:t>/light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96" name="Google Shape;196;p25"/>
          <p:cNvCxnSpPr>
            <a:stCxn id="179" idx="5"/>
            <a:endCxn id="183" idx="2"/>
          </p:cNvCxnSpPr>
          <p:nvPr/>
        </p:nvCxnSpPr>
        <p:spPr>
          <a:xfrm>
            <a:off x="1680931" y="2693331"/>
            <a:ext cx="1663800" cy="146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7" name="Google Shape;197;p25"/>
          <p:cNvCxnSpPr>
            <a:stCxn id="181" idx="6"/>
            <a:endCxn id="185" idx="2"/>
          </p:cNvCxnSpPr>
          <p:nvPr/>
        </p:nvCxnSpPr>
        <p:spPr>
          <a:xfrm>
            <a:off x="3597875" y="1732275"/>
            <a:ext cx="17280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8" name="Google Shape;198;p25"/>
          <p:cNvCxnSpPr>
            <a:stCxn id="185" idx="6"/>
            <a:endCxn id="193" idx="2"/>
          </p:cNvCxnSpPr>
          <p:nvPr/>
        </p:nvCxnSpPr>
        <p:spPr>
          <a:xfrm rot="10800000" flipH="1">
            <a:off x="5611750" y="1236075"/>
            <a:ext cx="1330500" cy="496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9" name="Google Shape;199;p25"/>
          <p:cNvCxnSpPr>
            <a:stCxn id="185" idx="6"/>
            <a:endCxn id="192" idx="2"/>
          </p:cNvCxnSpPr>
          <p:nvPr/>
        </p:nvCxnSpPr>
        <p:spPr>
          <a:xfrm>
            <a:off x="5611750" y="1732275"/>
            <a:ext cx="1330800" cy="39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0" name="Google Shape;200;p25"/>
          <p:cNvCxnSpPr>
            <a:stCxn id="185" idx="6"/>
            <a:endCxn id="191" idx="2"/>
          </p:cNvCxnSpPr>
          <p:nvPr/>
        </p:nvCxnSpPr>
        <p:spPr>
          <a:xfrm>
            <a:off x="5611750" y="1732275"/>
            <a:ext cx="1330500" cy="495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1" name="Google Shape;201;p25"/>
          <p:cNvSpPr txBox="1"/>
          <p:nvPr/>
        </p:nvSpPr>
        <p:spPr>
          <a:xfrm>
            <a:off x="7339725" y="1579600"/>
            <a:ext cx="10614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Open Sans"/>
                <a:ea typeface="Open Sans"/>
                <a:cs typeface="Open Sans"/>
                <a:sym typeface="Open Sans"/>
              </a:rPr>
              <a:t>/led#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2" name="Google Shape;202;p25"/>
          <p:cNvSpPr txBox="1"/>
          <p:nvPr/>
        </p:nvSpPr>
        <p:spPr>
          <a:xfrm>
            <a:off x="5325850" y="2879350"/>
            <a:ext cx="14736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Open Sans"/>
                <a:ea typeface="Open Sans"/>
                <a:cs typeface="Open Sans"/>
                <a:sym typeface="Open Sans"/>
              </a:rPr>
              <a:t>/temperature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3" name="Google Shape;203;p25"/>
          <p:cNvSpPr txBox="1"/>
          <p:nvPr/>
        </p:nvSpPr>
        <p:spPr>
          <a:xfrm>
            <a:off x="5404775" y="3577850"/>
            <a:ext cx="14736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Open Sans"/>
                <a:ea typeface="Open Sans"/>
                <a:cs typeface="Open Sans"/>
                <a:sym typeface="Open Sans"/>
              </a:rPr>
              <a:t>/buttons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4" name="Google Shape;204;p25"/>
          <p:cNvSpPr/>
          <p:nvPr/>
        </p:nvSpPr>
        <p:spPr>
          <a:xfrm>
            <a:off x="7616025" y="4540600"/>
            <a:ext cx="285900" cy="285900"/>
          </a:xfrm>
          <a:prstGeom prst="flowChartConnector">
            <a:avLst/>
          </a:prstGeom>
          <a:solidFill>
            <a:srgbClr val="FFFFFF"/>
          </a:solidFill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25"/>
          <p:cNvSpPr/>
          <p:nvPr/>
        </p:nvSpPr>
        <p:spPr>
          <a:xfrm>
            <a:off x="7592875" y="4081650"/>
            <a:ext cx="285900" cy="285900"/>
          </a:xfrm>
          <a:prstGeom prst="flowChartConnector">
            <a:avLst/>
          </a:prstGeom>
          <a:solidFill>
            <a:srgbClr val="FFFFFF"/>
          </a:solidFill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25"/>
          <p:cNvSpPr/>
          <p:nvPr/>
        </p:nvSpPr>
        <p:spPr>
          <a:xfrm>
            <a:off x="7610150" y="3622700"/>
            <a:ext cx="285900" cy="285900"/>
          </a:xfrm>
          <a:prstGeom prst="flowChartConnector">
            <a:avLst/>
          </a:prstGeom>
          <a:solidFill>
            <a:srgbClr val="FFFFFF"/>
          </a:solidFill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25"/>
          <p:cNvSpPr txBox="1"/>
          <p:nvPr/>
        </p:nvSpPr>
        <p:spPr>
          <a:xfrm>
            <a:off x="7988725" y="4036800"/>
            <a:ext cx="10614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Open Sans"/>
                <a:ea typeface="Open Sans"/>
                <a:cs typeface="Open Sans"/>
                <a:sym typeface="Open Sans"/>
              </a:rPr>
              <a:t>/button#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08" name="Google Shape;208;p25"/>
          <p:cNvCxnSpPr>
            <a:stCxn id="183" idx="6"/>
            <a:endCxn id="189" idx="2"/>
          </p:cNvCxnSpPr>
          <p:nvPr/>
        </p:nvCxnSpPr>
        <p:spPr>
          <a:xfrm rot="10800000" flipH="1">
            <a:off x="3630538" y="2710450"/>
            <a:ext cx="1695300" cy="1443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9" name="Google Shape;209;p25"/>
          <p:cNvCxnSpPr>
            <a:stCxn id="183" idx="6"/>
            <a:endCxn id="186" idx="2"/>
          </p:cNvCxnSpPr>
          <p:nvPr/>
        </p:nvCxnSpPr>
        <p:spPr>
          <a:xfrm rot="10800000" flipH="1">
            <a:off x="3630538" y="3423850"/>
            <a:ext cx="1695300" cy="7305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0" name="Google Shape;210;p25"/>
          <p:cNvCxnSpPr>
            <a:stCxn id="183" idx="6"/>
            <a:endCxn id="187" idx="2"/>
          </p:cNvCxnSpPr>
          <p:nvPr/>
        </p:nvCxnSpPr>
        <p:spPr>
          <a:xfrm rot="10800000" flipH="1">
            <a:off x="3630538" y="4107550"/>
            <a:ext cx="1695300" cy="46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1" name="Google Shape;211;p25"/>
          <p:cNvCxnSpPr>
            <a:stCxn id="183" idx="6"/>
            <a:endCxn id="188" idx="2"/>
          </p:cNvCxnSpPr>
          <p:nvPr/>
        </p:nvCxnSpPr>
        <p:spPr>
          <a:xfrm>
            <a:off x="3630538" y="4154350"/>
            <a:ext cx="1774200" cy="1514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2" name="Google Shape;212;p25"/>
          <p:cNvSpPr txBox="1"/>
          <p:nvPr/>
        </p:nvSpPr>
        <p:spPr>
          <a:xfrm>
            <a:off x="5325838" y="5080863"/>
            <a:ext cx="14736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Open Sans"/>
                <a:ea typeface="Open Sans"/>
                <a:cs typeface="Open Sans"/>
                <a:sym typeface="Open Sans"/>
              </a:rPr>
              <a:t>/acceleration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3" name="Google Shape;213;p25"/>
          <p:cNvSpPr/>
          <p:nvPr/>
        </p:nvSpPr>
        <p:spPr>
          <a:xfrm>
            <a:off x="7616025" y="5170575"/>
            <a:ext cx="285900" cy="285900"/>
          </a:xfrm>
          <a:prstGeom prst="flowChartConnector">
            <a:avLst/>
          </a:prstGeom>
          <a:solidFill>
            <a:srgbClr val="FFFFFF"/>
          </a:solidFill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25"/>
          <p:cNvSpPr/>
          <p:nvPr/>
        </p:nvSpPr>
        <p:spPr>
          <a:xfrm>
            <a:off x="7616025" y="5715025"/>
            <a:ext cx="285900" cy="285900"/>
          </a:xfrm>
          <a:prstGeom prst="flowChartConnector">
            <a:avLst/>
          </a:prstGeom>
          <a:solidFill>
            <a:srgbClr val="FFFFFF"/>
          </a:solidFill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25"/>
          <p:cNvSpPr/>
          <p:nvPr/>
        </p:nvSpPr>
        <p:spPr>
          <a:xfrm>
            <a:off x="7616025" y="6259500"/>
            <a:ext cx="285900" cy="285900"/>
          </a:xfrm>
          <a:prstGeom prst="flowChartConnector">
            <a:avLst/>
          </a:prstGeom>
          <a:solidFill>
            <a:srgbClr val="FFFFFF"/>
          </a:solidFill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25"/>
          <p:cNvSpPr txBox="1"/>
          <p:nvPr/>
        </p:nvSpPr>
        <p:spPr>
          <a:xfrm>
            <a:off x="8011863" y="5125725"/>
            <a:ext cx="14736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Open Sans"/>
                <a:ea typeface="Open Sans"/>
                <a:cs typeface="Open Sans"/>
                <a:sym typeface="Open Sans"/>
              </a:rPr>
              <a:t>/x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7" name="Google Shape;217;p25"/>
          <p:cNvSpPr txBox="1"/>
          <p:nvPr/>
        </p:nvSpPr>
        <p:spPr>
          <a:xfrm>
            <a:off x="7988713" y="5647750"/>
            <a:ext cx="14736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Open Sans"/>
                <a:ea typeface="Open Sans"/>
                <a:cs typeface="Open Sans"/>
                <a:sym typeface="Open Sans"/>
              </a:rPr>
              <a:t>/y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8" name="Google Shape;218;p25"/>
          <p:cNvSpPr txBox="1"/>
          <p:nvPr/>
        </p:nvSpPr>
        <p:spPr>
          <a:xfrm>
            <a:off x="8011866" y="6214650"/>
            <a:ext cx="3564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Open Sans"/>
                <a:ea typeface="Open Sans"/>
                <a:cs typeface="Open Sans"/>
                <a:sym typeface="Open Sans"/>
              </a:rPr>
              <a:t>/z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19" name="Google Shape;219;p25"/>
          <p:cNvCxnSpPr>
            <a:stCxn id="188" idx="6"/>
            <a:endCxn id="213" idx="2"/>
          </p:cNvCxnSpPr>
          <p:nvPr/>
        </p:nvCxnSpPr>
        <p:spPr>
          <a:xfrm rot="10800000" flipH="1">
            <a:off x="5690675" y="5313600"/>
            <a:ext cx="1925400" cy="354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0" name="Google Shape;220;p25"/>
          <p:cNvCxnSpPr>
            <a:stCxn id="188" idx="6"/>
            <a:endCxn id="214" idx="2"/>
          </p:cNvCxnSpPr>
          <p:nvPr/>
        </p:nvCxnSpPr>
        <p:spPr>
          <a:xfrm>
            <a:off x="5690675" y="5668500"/>
            <a:ext cx="1925400" cy="189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1" name="Google Shape;221;p25"/>
          <p:cNvCxnSpPr>
            <a:stCxn id="188" idx="6"/>
            <a:endCxn id="215" idx="2"/>
          </p:cNvCxnSpPr>
          <p:nvPr/>
        </p:nvCxnSpPr>
        <p:spPr>
          <a:xfrm>
            <a:off x="5690675" y="5668500"/>
            <a:ext cx="1925400" cy="734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2" name="Google Shape;222;p25"/>
          <p:cNvCxnSpPr>
            <a:stCxn id="187" idx="6"/>
            <a:endCxn id="206" idx="2"/>
          </p:cNvCxnSpPr>
          <p:nvPr/>
        </p:nvCxnSpPr>
        <p:spPr>
          <a:xfrm rot="10800000" flipH="1">
            <a:off x="5611750" y="3765775"/>
            <a:ext cx="1998300" cy="3417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3" name="Google Shape;223;p25"/>
          <p:cNvCxnSpPr>
            <a:stCxn id="187" idx="6"/>
            <a:endCxn id="205" idx="2"/>
          </p:cNvCxnSpPr>
          <p:nvPr/>
        </p:nvCxnSpPr>
        <p:spPr>
          <a:xfrm>
            <a:off x="5611750" y="4107475"/>
            <a:ext cx="1981200" cy="117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4" name="Google Shape;224;p25"/>
          <p:cNvCxnSpPr>
            <a:stCxn id="187" idx="6"/>
            <a:endCxn id="204" idx="2"/>
          </p:cNvCxnSpPr>
          <p:nvPr/>
        </p:nvCxnSpPr>
        <p:spPr>
          <a:xfrm>
            <a:off x="5611750" y="4107475"/>
            <a:ext cx="2004300" cy="576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25" name="Google Shape;225;p25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54075" y="512325"/>
            <a:ext cx="296550" cy="25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6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Principle 1: Addressable Resources</a:t>
            </a:r>
            <a:endParaRPr/>
          </a:p>
        </p:txBody>
      </p:sp>
      <p:sp>
        <p:nvSpPr>
          <p:cNvPr id="231" name="Google Shape;231;p26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8520600" cy="468664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No official rules about the semantics of resources' identifiers </a:t>
            </a:r>
          </a:p>
          <a:p>
            <a:pPr lvl="1">
              <a:spcBef>
                <a:spcPts val="0"/>
              </a:spcBef>
            </a:pPr>
            <a:r>
              <a:rPr lang="en-GB" dirty="0"/>
              <a:t>Guidelines</a:t>
            </a:r>
          </a:p>
          <a:p>
            <a:pPr lvl="1">
              <a:spcBef>
                <a:spcPts val="0"/>
              </a:spcBef>
            </a:pPr>
            <a:endParaRPr lang="en-GB" dirty="0"/>
          </a:p>
          <a:p>
            <a:r>
              <a:rPr lang="en-GB" b="1" dirty="0"/>
              <a:t>Use descriptive names</a:t>
            </a:r>
            <a:r>
              <a:rPr lang="en-GB" dirty="0"/>
              <a:t> </a:t>
            </a:r>
          </a:p>
          <a:p>
            <a:pPr lvl="1">
              <a:spcBef>
                <a:spcPts val="0"/>
              </a:spcBef>
            </a:pPr>
            <a:r>
              <a:rPr lang="en-GB" dirty="0"/>
              <a:t>as the resource names appear in the URLs, using names with some semantic value can be of great help to developers and users</a:t>
            </a:r>
          </a:p>
          <a:p>
            <a:pPr lvl="1">
              <a:spcBef>
                <a:spcPts val="0"/>
              </a:spcBef>
            </a:pPr>
            <a:endParaRPr lang="en-GB" dirty="0"/>
          </a:p>
          <a:p>
            <a:r>
              <a:rPr lang="en-GB" b="1" dirty="0"/>
              <a:t>Don’t use verbs in the URLs</a:t>
            </a:r>
            <a:endParaRPr lang="en-GB" dirty="0"/>
          </a:p>
          <a:p>
            <a:pPr lvl="1">
              <a:spcBef>
                <a:spcPts val="0"/>
              </a:spcBef>
            </a:pPr>
            <a:r>
              <a:rPr lang="en-GB" dirty="0"/>
              <a:t>specify names only </a:t>
            </a:r>
          </a:p>
          <a:p>
            <a:pPr lvl="2">
              <a:spcBef>
                <a:spcPts val="0"/>
              </a:spcBef>
            </a:pPr>
            <a:r>
              <a:rPr lang="en-GB" dirty="0"/>
              <a:t>/</a:t>
            </a:r>
            <a:r>
              <a:rPr lang="en-GB" dirty="0" err="1"/>
              <a:t>garagedoor</a:t>
            </a:r>
            <a:r>
              <a:rPr lang="en-GB" dirty="0"/>
              <a:t>/</a:t>
            </a:r>
            <a:r>
              <a:rPr lang="en-GB" dirty="0" err="1"/>
              <a:t>openDoor</a:t>
            </a:r>
            <a:r>
              <a:rPr lang="en-GB" dirty="0"/>
              <a:t> is bad, /</a:t>
            </a:r>
            <a:r>
              <a:rPr lang="en-GB" dirty="0" err="1"/>
              <a:t>garagedoor</a:t>
            </a:r>
            <a:r>
              <a:rPr lang="en-GB" dirty="0"/>
              <a:t>/status is good</a:t>
            </a:r>
          </a:p>
          <a:p>
            <a:pPr lvl="1">
              <a:spcBef>
                <a:spcPts val="0"/>
              </a:spcBef>
            </a:pPr>
            <a:r>
              <a:rPr lang="en-GB" dirty="0"/>
              <a:t>verbs are for HTTP methods, not for URLs</a:t>
            </a:r>
          </a:p>
          <a:p>
            <a:pPr lvl="1">
              <a:spcBef>
                <a:spcPts val="0"/>
              </a:spcBef>
            </a:pPr>
            <a:endParaRPr dirty="0"/>
          </a:p>
          <a:p>
            <a:r>
              <a:rPr lang="en-GB" b="1" dirty="0"/>
              <a:t>Use the plural form for aggregate resources</a:t>
            </a:r>
            <a:endParaRPr lang="en-GB" dirty="0"/>
          </a:p>
          <a:p>
            <a:pPr lvl="1">
              <a:spcBef>
                <a:spcPts val="0"/>
              </a:spcBef>
            </a:pPr>
            <a:r>
              <a:rPr lang="en-GB" dirty="0"/>
              <a:t>if a Thing has several sensors, they should be accessible via a parent resource called /sensors</a:t>
            </a:r>
            <a:endParaRPr dirty="0"/>
          </a:p>
        </p:txBody>
      </p:sp>
      <p:pic>
        <p:nvPicPr>
          <p:cNvPr id="232" name="Google Shape;232;p26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99850" y="537725"/>
            <a:ext cx="296550" cy="25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7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Principle 2: Representations</a:t>
            </a:r>
            <a:endParaRPr/>
          </a:p>
        </p:txBody>
      </p:sp>
      <p:sp>
        <p:nvSpPr>
          <p:cNvPr id="238" name="Google Shape;238;p27"/>
          <p:cNvSpPr txBox="1">
            <a:spLocks noGrp="1"/>
          </p:cNvSpPr>
          <p:nvPr>
            <p:ph type="body" idx="1"/>
          </p:nvPr>
        </p:nvSpPr>
        <p:spPr>
          <a:xfrm>
            <a:off x="156275" y="1043725"/>
            <a:ext cx="8780400" cy="558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A resource is only a concept (abstract idea of a thing), NOT the thing itself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The tangible instance of a resource is called a </a:t>
            </a:r>
            <a:r>
              <a:rPr lang="en-GB" b="1" dirty="0"/>
              <a:t>representation</a:t>
            </a:r>
            <a:r>
              <a:rPr lang="en-GB" dirty="0"/>
              <a:t>, which is a standard encoding of a resource using a </a:t>
            </a:r>
            <a:r>
              <a:rPr lang="en-GB" b="1" dirty="0"/>
              <a:t>type</a:t>
            </a:r>
            <a:endParaRPr b="1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Standards: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i="1" dirty="0"/>
              <a:t>Multipurpose Internet Mail Extensions</a:t>
            </a:r>
            <a:r>
              <a:rPr lang="en-GB" dirty="0"/>
              <a:t> (</a:t>
            </a:r>
            <a:r>
              <a:rPr lang="en-GB" b="1" dirty="0"/>
              <a:t>MIME</a:t>
            </a:r>
            <a:r>
              <a:rPr lang="en-GB" dirty="0"/>
              <a:t>) describes data formats for Internet </a:t>
            </a:r>
            <a:endParaRPr dirty="0"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dirty="0"/>
              <a:t>the type for an image encoded as PNG is expressed with image/</a:t>
            </a:r>
            <a:r>
              <a:rPr lang="en-GB" dirty="0" err="1"/>
              <a:t>png</a:t>
            </a:r>
            <a:r>
              <a:rPr lang="en-GB" dirty="0"/>
              <a:t> </a:t>
            </a:r>
            <a:endParaRPr dirty="0"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dirty="0"/>
              <a:t>the type for an MP3 audio file with audio/mp3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i="1" dirty="0"/>
              <a:t>Internet Assigned Numbers Authority</a:t>
            </a:r>
            <a:r>
              <a:rPr lang="en-GB" dirty="0"/>
              <a:t> (</a:t>
            </a:r>
            <a:r>
              <a:rPr lang="en-GB" b="1" dirty="0"/>
              <a:t>IANA</a:t>
            </a:r>
            <a:r>
              <a:rPr lang="en-GB" dirty="0"/>
              <a:t>) maintains the list of the all official MIME types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HTTP Content Negotiation mechanism!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Formats for </a:t>
            </a:r>
            <a:r>
              <a:rPr lang="en-GB" dirty="0" err="1"/>
              <a:t>WoT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today, the best format is JSON</a:t>
            </a:r>
            <a:endParaRPr dirty="0"/>
          </a:p>
          <a:p>
            <a: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</a:pPr>
            <a:r>
              <a:rPr lang="en-GB" dirty="0"/>
              <a:t>lightweight, portable, self-contained, and can be easily parsed</a:t>
            </a:r>
            <a:endParaRPr dirty="0"/>
          </a:p>
          <a:p>
            <a: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</a:pPr>
            <a:r>
              <a:rPr lang="en-GB" dirty="0"/>
              <a:t>however, it isn’t a binary format as it is still text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Alternative representations formats make sense when a more efficient format is needed</a:t>
            </a:r>
            <a:endParaRPr dirty="0"/>
          </a:p>
          <a:p>
            <a: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</a:pPr>
            <a:r>
              <a:rPr lang="en-GB" dirty="0"/>
              <a:t>memory limitations of a device or the fact that it runs on batteries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formats to translate JSON into a binary format</a:t>
            </a:r>
            <a:endParaRPr dirty="0"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dirty="0"/>
              <a:t>e.g. </a:t>
            </a:r>
            <a:r>
              <a:rPr lang="en-GB" b="1" dirty="0" err="1"/>
              <a:t>MessagePack</a:t>
            </a:r>
            <a:r>
              <a:rPr lang="en-GB" dirty="0"/>
              <a:t> (not yet and official MIME type, </a:t>
            </a:r>
            <a:r>
              <a:rPr lang="en-GB" u="sng" dirty="0">
                <a:solidFill>
                  <a:schemeClr val="hlink"/>
                </a:solidFill>
                <a:hlinkClick r:id="rId3"/>
              </a:rPr>
              <a:t>https://msgpack.org/</a:t>
            </a:r>
            <a:r>
              <a:rPr lang="en-GB" dirty="0"/>
              <a:t>)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 dirty="0"/>
              <a:t>Guidelines</a:t>
            </a:r>
            <a:r>
              <a:rPr lang="en-GB" dirty="0"/>
              <a:t>: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Things MUST support JSON as their default representation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Things MAY offer an HTML interface/representation (UI)</a:t>
            </a: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  <p:pic>
        <p:nvPicPr>
          <p:cNvPr id="239" name="Google Shape;239;p27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46275" y="527150"/>
            <a:ext cx="296550" cy="25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8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Principle 3: Self-descriptive messages</a:t>
            </a:r>
            <a:endParaRPr/>
          </a:p>
        </p:txBody>
      </p:sp>
      <p:sp>
        <p:nvSpPr>
          <p:cNvPr id="245" name="Google Shape;245;p28"/>
          <p:cNvSpPr txBox="1">
            <a:spLocks noGrp="1"/>
          </p:cNvSpPr>
          <p:nvPr>
            <p:ph type="body" idx="1"/>
          </p:nvPr>
        </p:nvSpPr>
        <p:spPr>
          <a:xfrm>
            <a:off x="311700" y="1218849"/>
            <a:ext cx="8520600" cy="507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REST emphasizes that every resource must support a</a:t>
            </a:r>
            <a:r>
              <a:rPr lang="en-GB" b="1" dirty="0"/>
              <a:t> standard, common set of operations</a:t>
            </a:r>
            <a:r>
              <a:rPr lang="en-GB" dirty="0"/>
              <a:t> with clearly defined semantics and behaviour 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HTTP verbs: GET, POST, PUT, DELETE.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Enable </a:t>
            </a:r>
            <a:r>
              <a:rPr lang="en-GB" b="1" dirty="0"/>
              <a:t>loose coupling</a:t>
            </a:r>
            <a:r>
              <a:rPr lang="en-GB" dirty="0"/>
              <a:t>: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clients only need to support mechanisms to handle these methods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In </a:t>
            </a:r>
            <a:r>
              <a:rPr lang="en-GB" dirty="0" err="1"/>
              <a:t>WoT</a:t>
            </a:r>
            <a:r>
              <a:rPr lang="en-GB" dirty="0"/>
              <a:t>, these operations map naturally: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things usually offer simple and atomic services 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usually reduced to the four basic </a:t>
            </a:r>
            <a:r>
              <a:rPr lang="en-GB" b="1" dirty="0"/>
              <a:t>CRUD operation</a:t>
            </a:r>
            <a:r>
              <a:rPr lang="en-GB" dirty="0"/>
              <a:t> types (Create, Read, Update, Delete)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HTTP errors: a lightweight, powerful and standard way of notifying abnormal and successful request execution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Guidelines: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Web Things MUST support the GET to retrieve a sensor resource (e.g., a temperature reading), POST to create a new resource (e.g., to create a rule) that will get a new URL, PUT to update an actuator resource given its URL (e.g., updating an LED) and DELETE is used to remove a resource from a collection of resources (e.g., removing a rule).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Web Things MUST implement HTTP status codes 20x, 40x, 50x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Web Things MUST support a GET on their root URL, so that a client is always able to access information about the device</a:t>
            </a: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  <p:pic>
        <p:nvPicPr>
          <p:cNvPr id="246" name="Google Shape;246;p28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29025" y="537725"/>
            <a:ext cx="296550" cy="25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9"/>
          <p:cNvSpPr txBox="1">
            <a:spLocks noGrp="1"/>
          </p:cNvSpPr>
          <p:nvPr>
            <p:ph type="title"/>
          </p:nvPr>
        </p:nvSpPr>
        <p:spPr>
          <a:xfrm>
            <a:off x="241833" y="279522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Principle 4: HATEOAS</a:t>
            </a:r>
            <a:endParaRPr dirty="0"/>
          </a:p>
        </p:txBody>
      </p:sp>
      <p:sp>
        <p:nvSpPr>
          <p:cNvPr id="252" name="Google Shape;252;p29"/>
          <p:cNvSpPr txBox="1">
            <a:spLocks noGrp="1"/>
          </p:cNvSpPr>
          <p:nvPr>
            <p:ph type="body" idx="1"/>
          </p:nvPr>
        </p:nvSpPr>
        <p:spPr>
          <a:xfrm>
            <a:off x="311700" y="1165644"/>
            <a:ext cx="8520600" cy="527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HATEOAS: Hypermedia as the Engine of Application State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Two sub-concepts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Hypermedia</a:t>
            </a:r>
            <a:endParaRPr dirty="0"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dirty="0"/>
              <a:t>the idea of </a:t>
            </a:r>
            <a:r>
              <a:rPr lang="en-GB" b="1" dirty="0"/>
              <a:t>using links as connection</a:t>
            </a:r>
            <a:r>
              <a:rPr lang="en-GB" dirty="0"/>
              <a:t> between related resources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Application State</a:t>
            </a:r>
            <a:endParaRPr dirty="0"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dirty="0"/>
              <a:t>a </a:t>
            </a:r>
            <a:r>
              <a:rPr lang="en-GB" b="1" dirty="0"/>
              <a:t>step in a process </a:t>
            </a:r>
            <a:r>
              <a:rPr lang="en-GB" dirty="0"/>
              <a:t>or workflow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Each possible state needs to be a RESTful resource with its own unique URL, where any client can retrieve a representation of the current state and the possible transitions to other states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the status of a LED is kept on the server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each request is answered with a representation of the current state and with the necessary information on how to change the LED state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Links are very important in </a:t>
            </a:r>
            <a:r>
              <a:rPr lang="en-GB" dirty="0" err="1"/>
              <a:t>WoT</a:t>
            </a:r>
            <a:r>
              <a:rPr lang="en-GB" dirty="0"/>
              <a:t> since they enable clients to </a:t>
            </a:r>
            <a:r>
              <a:rPr lang="en-GB" b="1" dirty="0"/>
              <a:t>discover related resources</a:t>
            </a:r>
            <a:endParaRPr b="1"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by browsing (in the case of a human user following links on pages) 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by crawling (in the case of a machine)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In short, linking resources allows them to be dynamically discovered and re-arranged without having to keep a “sitemap” somewhere</a:t>
            </a: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 dirty="0"/>
              <a:t>	</a:t>
            </a:r>
            <a:endParaRPr dirty="0"/>
          </a:p>
        </p:txBody>
      </p:sp>
      <p:pic>
        <p:nvPicPr>
          <p:cNvPr id="253" name="Google Shape;253;p29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50350" y="357800"/>
            <a:ext cx="296550" cy="25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0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dirty="0"/>
              <a:t>Principle 4: HATEOAS</a:t>
            </a:r>
            <a:endParaRPr dirty="0"/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FD8EEEA8-19FE-5D92-A6F4-B256146D8D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443" y="1039663"/>
            <a:ext cx="2629557" cy="468141"/>
          </a:xfrm>
          <a:prstGeom prst="rect">
            <a:avLst/>
          </a:prstGeom>
        </p:spPr>
      </p:pic>
      <p:pic>
        <p:nvPicPr>
          <p:cNvPr id="7" name="Immagine 6" descr="Immagine che contiene testo, lettera&#10;&#10;Descrizione generata automaticamente">
            <a:extLst>
              <a:ext uri="{FF2B5EF4-FFF2-40B4-BE49-F238E27FC236}">
                <a16:creationId xmlns:a16="http://schemas.microsoft.com/office/drawing/2014/main" id="{27F7115A-98CE-AB69-D22C-0F8741359AE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1785"/>
          <a:stretch/>
        </p:blipFill>
        <p:spPr>
          <a:xfrm>
            <a:off x="418443" y="1645087"/>
            <a:ext cx="5424652" cy="2715996"/>
          </a:xfrm>
          <a:prstGeom prst="rect">
            <a:avLst/>
          </a:prstGeom>
        </p:spPr>
      </p:pic>
      <p:pic>
        <p:nvPicPr>
          <p:cNvPr id="9" name="Immagine 8" descr="Immagine che contiene testo, lettera&#10;&#10;Descrizione generata automaticamente">
            <a:extLst>
              <a:ext uri="{FF2B5EF4-FFF2-40B4-BE49-F238E27FC236}">
                <a16:creationId xmlns:a16="http://schemas.microsoft.com/office/drawing/2014/main" id="{147E7077-ED96-4054-3BBF-742988C3D6C3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2839" b="3256"/>
          <a:stretch/>
        </p:blipFill>
        <p:spPr>
          <a:xfrm>
            <a:off x="418443" y="4498366"/>
            <a:ext cx="4108013" cy="2058750"/>
          </a:xfrm>
          <a:prstGeom prst="rect">
            <a:avLst/>
          </a:prstGeom>
        </p:spPr>
      </p:pic>
      <p:sp>
        <p:nvSpPr>
          <p:cNvPr id="10" name="Rettangolo 9">
            <a:extLst>
              <a:ext uri="{FF2B5EF4-FFF2-40B4-BE49-F238E27FC236}">
                <a16:creationId xmlns:a16="http://schemas.microsoft.com/office/drawing/2014/main" id="{F2A54415-17C7-20BC-5B3D-0F6CFFC906FC}"/>
              </a:ext>
            </a:extLst>
          </p:cNvPr>
          <p:cNvSpPr/>
          <p:nvPr/>
        </p:nvSpPr>
        <p:spPr>
          <a:xfrm>
            <a:off x="1103586" y="2879834"/>
            <a:ext cx="4614042" cy="1124607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EB60147E-F96F-91E3-0D38-919074A26873}"/>
              </a:ext>
            </a:extLst>
          </p:cNvPr>
          <p:cNvSpPr/>
          <p:nvPr/>
        </p:nvSpPr>
        <p:spPr>
          <a:xfrm>
            <a:off x="1103586" y="5696607"/>
            <a:ext cx="3342290" cy="536027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94C7FAEA-97AD-A0E7-C187-6D6CD9F3EC2F}"/>
              </a:ext>
            </a:extLst>
          </p:cNvPr>
          <p:cNvSpPr txBox="1"/>
          <p:nvPr/>
        </p:nvSpPr>
        <p:spPr>
          <a:xfrm>
            <a:off x="6441202" y="2749639"/>
            <a:ext cx="228435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The response contains possible follow-up links: POST a deposit, withdrawal, transfer, or close request (to close the account).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4992BD05-39BD-74EE-B060-1F3B7762569E}"/>
              </a:ext>
            </a:extLst>
          </p:cNvPr>
          <p:cNvSpPr txBox="1"/>
          <p:nvPr/>
        </p:nvSpPr>
        <p:spPr>
          <a:xfrm>
            <a:off x="5843095" y="5255764"/>
            <a:ext cx="2628244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As an example, later, after the account has been overdrawn, there is a different set of available links, because the account is overdrawn.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E2E53AE1-384B-34A9-BAE9-B203C7886956}"/>
              </a:ext>
            </a:extLst>
          </p:cNvPr>
          <p:cNvSpPr txBox="1"/>
          <p:nvPr/>
        </p:nvSpPr>
        <p:spPr>
          <a:xfrm>
            <a:off x="6351182" y="790416"/>
            <a:ext cx="2284355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For example, this GET request fetches an account, requesting details in a JSON representation</a:t>
            </a:r>
          </a:p>
        </p:txBody>
      </p:sp>
      <p:cxnSp>
        <p:nvCxnSpPr>
          <p:cNvPr id="18" name="Connettore 4 17">
            <a:extLst>
              <a:ext uri="{FF2B5EF4-FFF2-40B4-BE49-F238E27FC236}">
                <a16:creationId xmlns:a16="http://schemas.microsoft.com/office/drawing/2014/main" id="{0493F0EB-FD76-B971-3689-B0A554650F52}"/>
              </a:ext>
            </a:extLst>
          </p:cNvPr>
          <p:cNvCxnSpPr>
            <a:cxnSpLocks/>
            <a:stCxn id="16" idx="1"/>
            <a:endCxn id="3" idx="3"/>
          </p:cNvCxnSpPr>
          <p:nvPr/>
        </p:nvCxnSpPr>
        <p:spPr>
          <a:xfrm rot="10800000">
            <a:off x="3048000" y="1273734"/>
            <a:ext cx="3303182" cy="101458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0" name="Connettore 4 19">
            <a:extLst>
              <a:ext uri="{FF2B5EF4-FFF2-40B4-BE49-F238E27FC236}">
                <a16:creationId xmlns:a16="http://schemas.microsoft.com/office/drawing/2014/main" id="{76E0324A-7414-EE84-0201-76BEB3D2F88A}"/>
              </a:ext>
            </a:extLst>
          </p:cNvPr>
          <p:cNvCxnSpPr>
            <a:cxnSpLocks/>
            <a:stCxn id="12" idx="1"/>
            <a:endCxn id="7" idx="3"/>
          </p:cNvCxnSpPr>
          <p:nvPr/>
        </p:nvCxnSpPr>
        <p:spPr>
          <a:xfrm rot="10800000">
            <a:off x="5843096" y="3003085"/>
            <a:ext cx="598107" cy="439052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3" name="Connettore 4 22">
            <a:extLst>
              <a:ext uri="{FF2B5EF4-FFF2-40B4-BE49-F238E27FC236}">
                <a16:creationId xmlns:a16="http://schemas.microsoft.com/office/drawing/2014/main" id="{B3203A0C-E43A-A9CC-3470-2B7DF7BC5064}"/>
              </a:ext>
            </a:extLst>
          </p:cNvPr>
          <p:cNvCxnSpPr>
            <a:cxnSpLocks/>
            <a:stCxn id="14" idx="1"/>
            <a:endCxn id="9" idx="3"/>
          </p:cNvCxnSpPr>
          <p:nvPr/>
        </p:nvCxnSpPr>
        <p:spPr>
          <a:xfrm rot="10800000">
            <a:off x="4526457" y="5527742"/>
            <a:ext cx="1316639" cy="31279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1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Richardson Maturity Model</a:t>
            </a:r>
            <a:endParaRPr/>
          </a:p>
        </p:txBody>
      </p:sp>
      <p:pic>
        <p:nvPicPr>
          <p:cNvPr id="266" name="Google Shape;26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2537" y="1416075"/>
            <a:ext cx="7898925" cy="467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31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34600" y="516550"/>
            <a:ext cx="296550" cy="25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2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Level 0 - RPC (no REST)</a:t>
            </a:r>
            <a:endParaRPr/>
          </a:p>
        </p:txBody>
      </p:sp>
      <p:sp>
        <p:nvSpPr>
          <p:cNvPr id="273" name="Google Shape;273;p32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dirty="0"/>
              <a:t>“The Swamp of POX” :  </a:t>
            </a:r>
            <a:r>
              <a:rPr lang="en-GB" dirty="0" err="1"/>
              <a:t>palude</a:t>
            </a:r>
            <a:r>
              <a:rPr lang="en-GB" dirty="0"/>
              <a:t> del </a:t>
            </a:r>
            <a:r>
              <a:rPr lang="en-GB" dirty="0" err="1"/>
              <a:t>vaiolo</a:t>
            </a:r>
            <a:r>
              <a:rPr lang="en-GB" dirty="0"/>
              <a:t>, POX “Plain Old XML” </a:t>
            </a:r>
            <a:endParaRPr b="1" dirty="0">
              <a:solidFill>
                <a:srgbClr val="79BE27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800"/>
              </a:spcBef>
              <a:spcAft>
                <a:spcPts val="1600"/>
              </a:spcAft>
              <a:buNone/>
            </a:pPr>
            <a:endParaRPr dirty="0"/>
          </a:p>
        </p:txBody>
      </p:sp>
      <p:pic>
        <p:nvPicPr>
          <p:cNvPr id="274" name="Google Shape;274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5850" y="1955725"/>
            <a:ext cx="8052300" cy="274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3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Level 1 - Resources</a:t>
            </a:r>
            <a:endParaRPr/>
          </a:p>
        </p:txBody>
      </p:sp>
      <p:pic>
        <p:nvPicPr>
          <p:cNvPr id="280" name="Google Shape;280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1100" y="2149975"/>
            <a:ext cx="8401775" cy="2864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4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Level 2 - HTTP Verbs</a:t>
            </a:r>
            <a:endParaRPr/>
          </a:p>
        </p:txBody>
      </p:sp>
      <p:pic>
        <p:nvPicPr>
          <p:cNvPr id="286" name="Google Shape;286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2300" y="2083540"/>
            <a:ext cx="8520599" cy="29054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5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Level 3 - Hypermedia Controls</a:t>
            </a:r>
            <a:endParaRPr/>
          </a:p>
        </p:txBody>
      </p:sp>
      <p:pic>
        <p:nvPicPr>
          <p:cNvPr id="292" name="Google Shape;292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1275" y="1696500"/>
            <a:ext cx="8181450" cy="3432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6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Glory of REST</a:t>
            </a:r>
            <a:endParaRPr/>
          </a:p>
        </p:txBody>
      </p:sp>
      <p:sp>
        <p:nvSpPr>
          <p:cNvPr id="298" name="Google Shape;298;p36"/>
          <p:cNvSpPr txBox="1">
            <a:spLocks noGrp="1"/>
          </p:cNvSpPr>
          <p:nvPr>
            <p:ph type="body" idx="1"/>
          </p:nvPr>
        </p:nvSpPr>
        <p:spPr>
          <a:xfrm>
            <a:off x="311700" y="1192958"/>
            <a:ext cx="8520600" cy="44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Level 1 tackles the question of </a:t>
            </a:r>
            <a:r>
              <a:rPr lang="en-GB" b="1" dirty="0"/>
              <a:t>handling complexity</a:t>
            </a:r>
            <a:r>
              <a:rPr lang="en-GB" dirty="0"/>
              <a:t> by using </a:t>
            </a:r>
            <a:r>
              <a:rPr lang="en-GB" b="1" dirty="0"/>
              <a:t>divide and conquer</a:t>
            </a:r>
            <a:r>
              <a:rPr lang="en-GB" dirty="0"/>
              <a:t>, breaking a large service endpoint down into multiple resources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Level 2 introduces a standard set of verbs so that we </a:t>
            </a:r>
            <a:r>
              <a:rPr lang="en-GB" b="1" dirty="0"/>
              <a:t>handle similar situations in the same way</a:t>
            </a:r>
            <a:r>
              <a:rPr lang="en-GB" dirty="0"/>
              <a:t>, removing unnecessary variation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Level 3 introduces </a:t>
            </a:r>
            <a:r>
              <a:rPr lang="en-GB" b="1" dirty="0"/>
              <a:t>discoverability</a:t>
            </a:r>
            <a:r>
              <a:rPr lang="en-GB" dirty="0"/>
              <a:t>, providing a way of making a protocol more </a:t>
            </a:r>
            <a:r>
              <a:rPr lang="en-GB" b="1" dirty="0"/>
              <a:t>self-documenting</a:t>
            </a:r>
            <a:endParaRPr b="1"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b="1" dirty="0"/>
          </a:p>
          <a:p>
            <a:pPr marL="457200" lvl="0" indent="-342900" algn="l" rtl="0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APIs for Things can be built by reusing patterns from the architecture of the Web. Instead of using the Web solely as a transport protocol, we make Things an integral part of the Web and its infrastructure by using HTTP for what it was intended: </a:t>
            </a:r>
            <a:r>
              <a:rPr lang="en-GB" b="1" dirty="0"/>
              <a:t>as an application layer protocol</a:t>
            </a:r>
            <a:endParaRPr b="1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7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Examples</a:t>
            </a:r>
            <a:endParaRPr dirty="0"/>
          </a:p>
        </p:txBody>
      </p:sp>
      <p:sp>
        <p:nvSpPr>
          <p:cNvPr id="304" name="Google Shape;304;p37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 dirty="0"/>
              <a:t>Twitter</a:t>
            </a:r>
            <a:r>
              <a:rPr lang="en-GB" dirty="0"/>
              <a:t> 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u="sng" dirty="0">
                <a:solidFill>
                  <a:schemeClr val="hlink"/>
                </a:solidFill>
                <a:hlinkClick r:id="rId3"/>
              </a:rPr>
              <a:t>https://dev.twitter.com/overview/documentation</a:t>
            </a:r>
            <a:r>
              <a:rPr lang="en-GB" dirty="0"/>
              <a:t> </a:t>
            </a: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-342900" algn="l" rtl="0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-GB" b="1" dirty="0" err="1"/>
              <a:t>Ebay</a:t>
            </a:r>
            <a:endParaRPr b="1"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u="sng" dirty="0">
                <a:solidFill>
                  <a:schemeClr val="hlink"/>
                </a:solidFill>
                <a:hlinkClick r:id="rId4"/>
              </a:rPr>
              <a:t>http://developer.ebay.com/Devzone/XML/docs/Reference/eBay/index.html</a:t>
            </a:r>
            <a:r>
              <a:rPr lang="en-GB" dirty="0"/>
              <a:t> 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u="sng" dirty="0">
                <a:solidFill>
                  <a:schemeClr val="hlink"/>
                </a:solidFill>
                <a:hlinkClick r:id="rId5"/>
              </a:rPr>
              <a:t>https://developer.ebay.com/api-docs/buy/browse/resources/item_summary/methods/search#_samples</a:t>
            </a:r>
            <a:endParaRPr dirty="0"/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 dirty="0"/>
          </a:p>
          <a:p>
            <a:pPr marL="457200" marR="0" lvl="0" indent="-3429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-GB" b="1" dirty="0"/>
              <a:t>PayPal</a:t>
            </a:r>
            <a:r>
              <a:rPr lang="en-GB" dirty="0"/>
              <a:t> </a:t>
            </a:r>
            <a:endParaRPr dirty="0"/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</a:pPr>
            <a:r>
              <a:rPr lang="en-GB" u="sng" dirty="0">
                <a:solidFill>
                  <a:schemeClr val="hlink"/>
                </a:solidFill>
                <a:hlinkClick r:id="rId6"/>
              </a:rPr>
              <a:t>https://developer.paypal.com/docs/api/</a:t>
            </a:r>
            <a:r>
              <a:rPr lang="en-GB" dirty="0"/>
              <a:t> </a:t>
            </a:r>
            <a:endParaRPr dirty="0"/>
          </a:p>
        </p:txBody>
      </p:sp>
      <p:pic>
        <p:nvPicPr>
          <p:cNvPr id="305" name="Google Shape;305;p37">
            <a:hlinkClick r:id="rId7"/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075008" y="604358"/>
            <a:ext cx="296550" cy="25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9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Beyond REST: the Real-Time</a:t>
            </a:r>
            <a:endParaRPr/>
          </a:p>
        </p:txBody>
      </p:sp>
      <p:sp>
        <p:nvSpPr>
          <p:cNvPr id="317" name="Google Shape;317;p39"/>
          <p:cNvSpPr txBox="1">
            <a:spLocks noGrp="1"/>
          </p:cNvSpPr>
          <p:nvPr>
            <p:ph type="body" idx="1"/>
          </p:nvPr>
        </p:nvSpPr>
        <p:spPr>
          <a:xfrm>
            <a:off x="311700" y="1266509"/>
            <a:ext cx="8520600" cy="507494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Until now, our API only offers access through the HTTP protocol: clients always initiate the communication with the server by sending requests and expecting a response (request-response communication)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 lang="en-GB" sz="10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In </a:t>
            </a:r>
            <a:r>
              <a:rPr lang="en-GB" dirty="0" err="1"/>
              <a:t>WoT</a:t>
            </a:r>
            <a:r>
              <a:rPr lang="en-GB" dirty="0"/>
              <a:t> this works well only when clients need send requests to Things 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e.g. a mobile application that retrieves a value of a sensor reading 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 lang="en-GB" sz="10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Unfortunately, request-response model is insufficient, it does not match </a:t>
            </a:r>
            <a:r>
              <a:rPr lang="en-GB" b="1" dirty="0"/>
              <a:t>event-driven use cases</a:t>
            </a:r>
            <a:r>
              <a:rPr lang="en-GB" dirty="0"/>
              <a:t> where events must be communicated (“pushed”) to the clients as they happen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 lang="en-GB" sz="105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Client-initiated model is not practical for applications where notifications need to be sent asynchronously by a device 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e.g. a security camera or smoke alarm must be able to send an alert immediately when any anomaly has been detected</a:t>
            </a:r>
            <a:endParaRPr dirty="0"/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 sz="100" dirty="0"/>
          </a:p>
          <a:p>
            <a:pPr marL="457200" marR="0" lvl="0" indent="-3429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-GB" dirty="0"/>
              <a:t>The </a:t>
            </a:r>
            <a:r>
              <a:rPr lang="en-GB" dirty="0" err="1"/>
              <a:t>WoT</a:t>
            </a:r>
            <a:r>
              <a:rPr lang="en-GB" dirty="0"/>
              <a:t> needs Events!</a:t>
            </a:r>
            <a:endParaRPr dirty="0"/>
          </a:p>
        </p:txBody>
      </p:sp>
      <p:pic>
        <p:nvPicPr>
          <p:cNvPr id="318" name="Google Shape;318;p39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36575" y="516550"/>
            <a:ext cx="296550" cy="25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0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Basic Polling</a:t>
            </a:r>
            <a:endParaRPr/>
          </a:p>
        </p:txBody>
      </p:sp>
      <p:sp>
        <p:nvSpPr>
          <p:cNvPr id="324" name="Google Shape;324;p40"/>
          <p:cNvSpPr txBox="1">
            <a:spLocks noGrp="1"/>
          </p:cNvSpPr>
          <p:nvPr>
            <p:ph type="body" idx="1"/>
          </p:nvPr>
        </p:nvSpPr>
        <p:spPr>
          <a:xfrm>
            <a:off x="311700" y="1043729"/>
            <a:ext cx="8520600" cy="227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Clients can request updates periodically from a Thing by sending a GET request on a regular basis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near real-time behavior can be simulated sending the same request continuously 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Really inefficient  for two reasons: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it generates a great number of HTTP calls and a great part of these calls are void,  it doesn’t scale well when the number of clients increase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a large amount of HTTP calls is a problem for battery-powered devices, where only the strict necessary data should be sent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pic>
        <p:nvPicPr>
          <p:cNvPr id="325" name="Google Shape;325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47092" y="3429000"/>
            <a:ext cx="5081650" cy="3031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40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86900" y="536025"/>
            <a:ext cx="296550" cy="25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1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Publish/Subscribe</a:t>
            </a:r>
            <a:endParaRPr/>
          </a:p>
        </p:txBody>
      </p:sp>
      <p:sp>
        <p:nvSpPr>
          <p:cNvPr id="332" name="Google Shape;332;p41"/>
          <p:cNvSpPr txBox="1">
            <a:spLocks noGrp="1"/>
          </p:cNvSpPr>
          <p:nvPr>
            <p:ph type="body" idx="1"/>
          </p:nvPr>
        </p:nvSpPr>
        <p:spPr>
          <a:xfrm>
            <a:off x="407000" y="1043733"/>
            <a:ext cx="8520600" cy="44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On top of the request-response pattern we need a </a:t>
            </a:r>
            <a:r>
              <a:rPr lang="en-GB" b="1"/>
              <a:t>publish/subscribe model</a:t>
            </a:r>
            <a:r>
              <a:rPr lang="en-GB"/>
              <a:t> (Pub/Sub) </a:t>
            </a:r>
            <a:endParaRPr/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</a:pPr>
            <a:r>
              <a:rPr lang="en-GB"/>
              <a:t>decoupling between data consumers (subscribers) and producers (publishers)</a:t>
            </a:r>
            <a:endParaRPr/>
          </a:p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</a:pPr>
            <a:r>
              <a:rPr lang="en-GB"/>
              <a:t>Publishers send messages to a central server (broker) that handles the routing and distribution of the messages to the various subscribers, depending on the type or content of messages</a:t>
            </a:r>
            <a:endParaRPr/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</a:pPr>
            <a:r>
              <a:rPr lang="en-GB"/>
              <a:t>simple analogy: a chat room, some are public, some are private; sometimes, you chat to only one person, sometimes thousands.</a:t>
            </a:r>
            <a:endParaRPr/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How to implement it with technologies supported on the Web?</a:t>
            </a:r>
            <a:endParaRPr/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candidates: </a:t>
            </a:r>
            <a:r>
              <a:rPr lang="en-GB" b="1"/>
              <a:t>Web Hooks</a:t>
            </a:r>
            <a:r>
              <a:rPr lang="en-GB"/>
              <a:t>, </a:t>
            </a:r>
            <a:r>
              <a:rPr lang="en-GB" b="1"/>
              <a:t>Long Polling</a:t>
            </a:r>
            <a:r>
              <a:rPr lang="en-GB"/>
              <a:t> and </a:t>
            </a:r>
            <a:r>
              <a:rPr lang="en-GB" b="1"/>
              <a:t>WebSockets</a:t>
            </a:r>
            <a:endParaRPr b="1"/>
          </a:p>
        </p:txBody>
      </p:sp>
      <p:pic>
        <p:nvPicPr>
          <p:cNvPr id="333" name="Google Shape;333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57275" y="4066625"/>
            <a:ext cx="4429449" cy="2365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p41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14925" y="545750"/>
            <a:ext cx="296550" cy="25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42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WebHooks – HTTP Callbacks</a:t>
            </a:r>
            <a:endParaRPr/>
          </a:p>
        </p:txBody>
      </p:sp>
      <p:sp>
        <p:nvSpPr>
          <p:cNvPr id="340" name="Google Shape;340;p42"/>
          <p:cNvSpPr txBox="1">
            <a:spLocks noGrp="1"/>
          </p:cNvSpPr>
          <p:nvPr>
            <p:ph type="body" idx="1"/>
          </p:nvPr>
        </p:nvSpPr>
        <p:spPr>
          <a:xfrm>
            <a:off x="311700" y="1114308"/>
            <a:ext cx="8520600" cy="44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Treat every entity both as a client and a server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very popular on the Web to enable different servers to talk to each other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used by PayPal to confirm to eBay (or any other site) that your payment has been accepted</a:t>
            </a:r>
            <a:endParaRPr/>
          </a:p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</a:pPr>
            <a:r>
              <a:rPr lang="en-GB"/>
              <a:t>Implementation: a REST API both on the Thing and the client side (which also becomes a server)</a:t>
            </a:r>
            <a:endParaRPr/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</a:pPr>
            <a:r>
              <a:rPr lang="en-GB"/>
              <a:t>when the client wants to get an update, the Thing POSTs it via HTTP on the client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One big drawback</a:t>
            </a:r>
            <a:endParaRPr/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</a:pPr>
            <a:r>
              <a:rPr lang="en-GB"/>
              <a:t>only works when the subscriber has a publicly accessible URL or IP address</a:t>
            </a:r>
            <a:endParaRPr/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</a:pPr>
            <a:r>
              <a:rPr lang="en-GB"/>
              <a:t>in the real world this is </a:t>
            </a:r>
            <a:r>
              <a:rPr lang="en-GB" b="1"/>
              <a:t>very limiting</a:t>
            </a:r>
            <a:r>
              <a:rPr lang="en-GB"/>
              <a:t>, as it will rarely be the case beyond server-to-server communication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pic>
        <p:nvPicPr>
          <p:cNvPr id="341" name="Google Shape;341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36550" y="4022153"/>
            <a:ext cx="2712100" cy="255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42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54075" y="536000"/>
            <a:ext cx="296550" cy="25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43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Long polling</a:t>
            </a:r>
            <a:endParaRPr/>
          </a:p>
        </p:txBody>
      </p:sp>
      <p:sp>
        <p:nvSpPr>
          <p:cNvPr id="348" name="Google Shape;348;p43"/>
          <p:cNvSpPr txBox="1">
            <a:spLocks noGrp="1"/>
          </p:cNvSpPr>
          <p:nvPr>
            <p:ph type="body" idx="1"/>
          </p:nvPr>
        </p:nvSpPr>
        <p:spPr>
          <a:xfrm>
            <a:off x="362625" y="1043723"/>
            <a:ext cx="8520600" cy="535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-GB"/>
              <a:t>The client sends a request to the server, that holds the request until an event is received, which is injected into the response returned. The client immediately send a new request and so on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the latency for events to reach the client is thus minimized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The client must be put on hold with an open HTTP request that is waiting for an answer and must send a request after each response. 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pic>
        <p:nvPicPr>
          <p:cNvPr id="349" name="Google Shape;349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46700" y="2950675"/>
            <a:ext cx="5682925" cy="339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43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31025" y="545750"/>
            <a:ext cx="296550" cy="25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44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WebSockets</a:t>
            </a:r>
            <a:endParaRPr/>
          </a:p>
        </p:txBody>
      </p:sp>
      <p:sp>
        <p:nvSpPr>
          <p:cNvPr id="356" name="Google Shape;356;p44"/>
          <p:cNvSpPr txBox="1">
            <a:spLocks noGrp="1"/>
          </p:cNvSpPr>
          <p:nvPr>
            <p:ph type="body" idx="1"/>
          </p:nvPr>
        </p:nvSpPr>
        <p:spPr>
          <a:xfrm>
            <a:off x="311700" y="1168249"/>
            <a:ext cx="8520600" cy="543224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Long polling is a workaround (useful), but not a solutions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 lang="en-GB" sz="10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 err="1"/>
              <a:t>WebSockets</a:t>
            </a:r>
            <a:r>
              <a:rPr lang="en-GB" dirty="0"/>
              <a:t> (part of the HTML5 specification) is emerging as a true Web protocol for push communications 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it creates a “permanent” link between the client and the server that both the client and the server can use to send messages to each other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 lang="en-GB" sz="10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A WebSocket connection is initialized (handshake) in three steps: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send an HTTP call to the server with a special header </a:t>
            </a:r>
            <a:br>
              <a:rPr lang="en-GB" dirty="0"/>
            </a:br>
            <a:r>
              <a:rPr lang="en-GB" dirty="0"/>
              <a:t>asking for the protocol to be upgraded to </a:t>
            </a:r>
            <a:r>
              <a:rPr lang="en-GB" dirty="0" err="1"/>
              <a:t>WebSockets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if the Web server supports </a:t>
            </a:r>
            <a:r>
              <a:rPr lang="en-GB" dirty="0" err="1"/>
              <a:t>WebSockets</a:t>
            </a:r>
            <a:r>
              <a:rPr lang="en-GB" dirty="0"/>
              <a:t> it will reply </a:t>
            </a:r>
            <a:br>
              <a:rPr lang="en-GB" dirty="0"/>
            </a:br>
            <a:r>
              <a:rPr lang="en-GB" dirty="0"/>
              <a:t>with a 101 Switching Protocols status code,  </a:t>
            </a:r>
            <a:br>
              <a:rPr lang="en-GB" dirty="0"/>
            </a:br>
            <a:r>
              <a:rPr lang="en-GB" dirty="0"/>
              <a:t>acknowledging the opening of a full-duplex </a:t>
            </a:r>
            <a:br>
              <a:rPr lang="en-GB" dirty="0"/>
            </a:br>
            <a:r>
              <a:rPr lang="en-GB" dirty="0"/>
              <a:t>TCP socket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the client and the server will be able to send </a:t>
            </a:r>
            <a:br>
              <a:rPr lang="en-GB" dirty="0"/>
            </a:br>
            <a:r>
              <a:rPr lang="en-GB" dirty="0"/>
              <a:t>messages back and forth over the open TCP </a:t>
            </a:r>
            <a:br>
              <a:rPr lang="en-GB" dirty="0"/>
            </a:br>
            <a:r>
              <a:rPr lang="en-GB" dirty="0"/>
              <a:t>connection </a:t>
            </a:r>
          </a:p>
          <a:p>
            <a:pPr lvl="2">
              <a:spcBef>
                <a:spcPts val="0"/>
              </a:spcBef>
              <a:buChar char="○"/>
            </a:pPr>
            <a:r>
              <a:rPr lang="en-GB" dirty="0"/>
              <a:t>not HTTP messages but </a:t>
            </a:r>
            <a:r>
              <a:rPr lang="en-GB" b="1" dirty="0"/>
              <a:t>WebSocket data frames</a:t>
            </a:r>
          </a:p>
          <a:p>
            <a:pPr lvl="2">
              <a:spcBef>
                <a:spcPts val="0"/>
              </a:spcBef>
              <a:buChar char="○"/>
            </a:pPr>
            <a:r>
              <a:rPr lang="en-GB" dirty="0"/>
              <a:t>overhead: 2 bytes which is very small compared </a:t>
            </a:r>
            <a:br>
              <a:rPr lang="en-GB" dirty="0"/>
            </a:br>
            <a:r>
              <a:rPr lang="en-GB" dirty="0"/>
              <a:t>to the 871 bytes of an HTTP message</a:t>
            </a:r>
            <a:endParaRPr dirty="0"/>
          </a:p>
          <a:p>
            <a:pPr marL="91440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  <p:pic>
        <p:nvPicPr>
          <p:cNvPr id="357" name="Google Shape;357;p4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31025" y="545750"/>
            <a:ext cx="296550" cy="25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363;p45">
            <a:extLst>
              <a:ext uri="{FF2B5EF4-FFF2-40B4-BE49-F238E27FC236}">
                <a16:creationId xmlns:a16="http://schemas.microsoft.com/office/drawing/2014/main" id="{676F9D82-05F9-CA84-CF72-6CC847D75077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06813" y="3404401"/>
            <a:ext cx="3133785" cy="30323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8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Hands-on Activity</a:t>
            </a:r>
            <a:endParaRPr/>
          </a:p>
        </p:txBody>
      </p:sp>
      <p:sp>
        <p:nvSpPr>
          <p:cNvPr id="311" name="Google Shape;311;p38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Design and implement (using NodeJS and Express) a RESTful API to manage a university course. You have to design resources (like students, exams, grades, etc.), routes (taking into account hierarchy, like /students/id/exams), representations (the JSON body of each resource).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We don’t have any database technology until now, so, please keeps data in memory using arrays.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450</TotalTime>
  <Words>3023</Words>
  <Application>Microsoft Macintosh PowerPoint</Application>
  <PresentationFormat>Presentazione su schermo (4:3)</PresentationFormat>
  <Paragraphs>275</Paragraphs>
  <Slides>32</Slides>
  <Notes>32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32</vt:i4>
      </vt:variant>
    </vt:vector>
  </HeadingPairs>
  <TitlesOfParts>
    <vt:vector size="36" baseType="lpstr">
      <vt:lpstr>Open Sans</vt:lpstr>
      <vt:lpstr>Arial</vt:lpstr>
      <vt:lpstr>Economica</vt:lpstr>
      <vt:lpstr>Luxe</vt:lpstr>
      <vt:lpstr>REST API</vt:lpstr>
      <vt:lpstr>RPC (Remote Procedure Call)</vt:lpstr>
      <vt:lpstr>Representational State-Transfer (REST)</vt:lpstr>
      <vt:lpstr>Constraint 1: client-server</vt:lpstr>
      <vt:lpstr>Constraint 2: Uniform interfaces</vt:lpstr>
      <vt:lpstr>Constraint 3: Stateless</vt:lpstr>
      <vt:lpstr>Constraint 4: Cacheable</vt:lpstr>
      <vt:lpstr>Constraint 5: Layered System</vt:lpstr>
      <vt:lpstr>SOAP vs REST</vt:lpstr>
      <vt:lpstr>Why Do We Need a Uniform Interface?</vt:lpstr>
      <vt:lpstr>Principle 1: Addressable Resources </vt:lpstr>
      <vt:lpstr>Principle 1: Addressable Resources</vt:lpstr>
      <vt:lpstr>Principle 1: Addressable Resources</vt:lpstr>
      <vt:lpstr>Principle 1: Addressable Resources</vt:lpstr>
      <vt:lpstr>Principle 2: Representations</vt:lpstr>
      <vt:lpstr>Principle 3: Self-descriptive messages</vt:lpstr>
      <vt:lpstr>Principle 4: HATEOAS</vt:lpstr>
      <vt:lpstr>Principle 4: HATEOAS</vt:lpstr>
      <vt:lpstr>Richardson Maturity Model</vt:lpstr>
      <vt:lpstr>Level 0 - RPC (no REST)</vt:lpstr>
      <vt:lpstr>Level 1 - Resources</vt:lpstr>
      <vt:lpstr>Level 2 - HTTP Verbs</vt:lpstr>
      <vt:lpstr>Level 3 - Hypermedia Controls</vt:lpstr>
      <vt:lpstr>The Glory of REST</vt:lpstr>
      <vt:lpstr>Examples</vt:lpstr>
      <vt:lpstr>Beyond REST: the Real-Time</vt:lpstr>
      <vt:lpstr>Basic Polling</vt:lpstr>
      <vt:lpstr>Publish/Subscribe</vt:lpstr>
      <vt:lpstr>WebHooks – HTTP Callbacks</vt:lpstr>
      <vt:lpstr>Long polling</vt:lpstr>
      <vt:lpstr>WebSockets</vt:lpstr>
      <vt:lpstr>Hands-on Activity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REST API</dc:title>
  <cp:lastModifiedBy>Riccardo Berta</cp:lastModifiedBy>
  <cp:revision>3</cp:revision>
  <dcterms:modified xsi:type="dcterms:W3CDTF">2024-05-02T05:51:06Z</dcterms:modified>
</cp:coreProperties>
</file>