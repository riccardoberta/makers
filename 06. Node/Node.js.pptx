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2" r:id="rId20"/>
  </p:sldIdLst>
  <p:sldSz cx="9144000" cy="6858000" type="screen4x3"/>
  <p:notesSz cx="6858000" cy="9144000"/>
  <p:embeddedFontLst>
    <p:embeddedFont>
      <p:font typeface="Economica" panose="02000506040000020004" pitchFamily="2" charset="77"/>
      <p:regular r:id="rId22"/>
      <p:bold r:id="rId23"/>
      <p:italic r:id="rId24"/>
      <p:boldItalic r:id="rId25"/>
    </p:embeddedFont>
    <p:embeddedFont>
      <p:font typeface="Open Sans" panose="020B060603050402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FAC85A-25C1-9641-B3D4-CF163FB38A40}" v="28" dt="2023-04-13T12:20:25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44"/>
    <p:restoredTop sz="94611"/>
  </p:normalViewPr>
  <p:slideViewPr>
    <p:cSldViewPr snapToGrid="0" snapToObjects="1">
      <p:cViewPr varScale="1">
        <p:scale>
          <a:sx n="138" d="100"/>
          <a:sy n="138" d="100"/>
        </p:scale>
        <p:origin x="3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35C5D11B-424E-5B41-A9C4-509DD0A59BFD}"/>
    <pc:docChg chg="custSel delSld modSld sldOrd">
      <pc:chgData name="Riccardo Berta" userId="c8694f89-bba4-4576-b0a8-456619ca5a8c" providerId="ADAL" clId="{35C5D11B-424E-5B41-A9C4-509DD0A59BFD}" dt="2022-04-01T12:12:56.906" v="135" actId="20577"/>
      <pc:docMkLst>
        <pc:docMk/>
      </pc:docMkLst>
      <pc:sldChg chg="modSp">
        <pc:chgData name="Riccardo Berta" userId="c8694f89-bba4-4576-b0a8-456619ca5a8c" providerId="ADAL" clId="{35C5D11B-424E-5B41-A9C4-509DD0A59BFD}" dt="2022-03-22T07:34:03.014" v="5"/>
        <pc:sldMkLst>
          <pc:docMk/>
          <pc:sldMk cId="0" sldId="257"/>
        </pc:sldMkLst>
        <pc:picChg chg="mod">
          <ac:chgData name="Riccardo Berta" userId="c8694f89-bba4-4576-b0a8-456619ca5a8c" providerId="ADAL" clId="{35C5D11B-424E-5B41-A9C4-509DD0A59BFD}" dt="2022-03-22T07:34:03.014" v="5"/>
          <ac:picMkLst>
            <pc:docMk/>
            <pc:sldMk cId="0" sldId="257"/>
            <ac:picMk id="85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4:23.187" v="6"/>
        <pc:sldMkLst>
          <pc:docMk/>
          <pc:sldMk cId="0" sldId="258"/>
        </pc:sldMkLst>
        <pc:picChg chg="mod">
          <ac:chgData name="Riccardo Berta" userId="c8694f89-bba4-4576-b0a8-456619ca5a8c" providerId="ADAL" clId="{35C5D11B-424E-5B41-A9C4-509DD0A59BFD}" dt="2022-03-22T07:34:23.187" v="6"/>
          <ac:picMkLst>
            <pc:docMk/>
            <pc:sldMk cId="0" sldId="258"/>
            <ac:picMk id="9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39:20.191" v="16"/>
        <pc:sldMkLst>
          <pc:docMk/>
          <pc:sldMk cId="0" sldId="259"/>
        </pc:sldMkLst>
        <pc:picChg chg="mod">
          <ac:chgData name="Riccardo Berta" userId="c8694f89-bba4-4576-b0a8-456619ca5a8c" providerId="ADAL" clId="{35C5D11B-424E-5B41-A9C4-509DD0A59BFD}" dt="2022-03-22T07:38:22.524" v="12"/>
          <ac:picMkLst>
            <pc:docMk/>
            <pc:sldMk cId="0" sldId="259"/>
            <ac:picMk id="99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34.539" v="13"/>
          <ac:picMkLst>
            <pc:docMk/>
            <pc:sldMk cId="0" sldId="259"/>
            <ac:picMk id="10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47.480" v="14"/>
          <ac:picMkLst>
            <pc:docMk/>
            <pc:sldMk cId="0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8:59.538" v="15"/>
          <ac:picMkLst>
            <pc:docMk/>
            <pc:sldMk cId="0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20.191" v="16"/>
          <ac:picMkLst>
            <pc:docMk/>
            <pc:sldMk cId="0" sldId="259"/>
            <ac:picMk id="10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3T07:58:19.601" v="41" actId="20577"/>
        <pc:sldMkLst>
          <pc:docMk/>
          <pc:sldMk cId="0" sldId="260"/>
        </pc:sldMkLst>
        <pc:spChg chg="mod">
          <ac:chgData name="Riccardo Berta" userId="c8694f89-bba4-4576-b0a8-456619ca5a8c" providerId="ADAL" clId="{35C5D11B-424E-5B41-A9C4-509DD0A59BFD}" dt="2022-03-23T07:58:19.601" v="41" actId="20577"/>
          <ac:spMkLst>
            <pc:docMk/>
            <pc:sldMk cId="0" sldId="260"/>
            <ac:spMk id="10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0:02.780" v="18"/>
          <ac:picMkLst>
            <pc:docMk/>
            <pc:sldMk cId="0" sldId="260"/>
            <ac:picMk id="110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39:46.143" v="17"/>
          <ac:picMkLst>
            <pc:docMk/>
            <pc:sldMk cId="0" sldId="260"/>
            <ac:picMk id="111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2:45.729" v="19"/>
        <pc:sldMkLst>
          <pc:docMk/>
          <pc:sldMk cId="0" sldId="261"/>
        </pc:sldMkLst>
        <pc:picChg chg="mod">
          <ac:chgData name="Riccardo Berta" userId="c8694f89-bba4-4576-b0a8-456619ca5a8c" providerId="ADAL" clId="{35C5D11B-424E-5B41-A9C4-509DD0A59BFD}" dt="2022-03-22T07:42:45.729" v="19"/>
          <ac:picMkLst>
            <pc:docMk/>
            <pc:sldMk cId="0" sldId="261"/>
            <ac:picMk id="119" creationId="{00000000-0000-0000-0000-000000000000}"/>
          </ac:picMkLst>
        </pc:picChg>
      </pc:sldChg>
      <pc:sldChg chg="modSp mod modNotes">
        <pc:chgData name="Riccardo Berta" userId="c8694f89-bba4-4576-b0a8-456619ca5a8c" providerId="ADAL" clId="{35C5D11B-424E-5B41-A9C4-509DD0A59BFD}" dt="2022-03-25T14:38:53.205" v="88" actId="20577"/>
        <pc:sldMkLst>
          <pc:docMk/>
          <pc:sldMk cId="0" sldId="262"/>
        </pc:sldMkLst>
        <pc:spChg chg="mod">
          <ac:chgData name="Riccardo Berta" userId="c8694f89-bba4-4576-b0a8-456619ca5a8c" providerId="ADAL" clId="{35C5D11B-424E-5B41-A9C4-509DD0A59BFD}" dt="2022-03-25T14:38:53.205" v="88" actId="20577"/>
          <ac:spMkLst>
            <pc:docMk/>
            <pc:sldMk cId="0" sldId="262"/>
            <ac:spMk id="125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02.767" v="20"/>
          <ac:picMkLst>
            <pc:docMk/>
            <pc:sldMk cId="0" sldId="262"/>
            <ac:picMk id="126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3:16.691" v="21"/>
        <pc:sldMkLst>
          <pc:docMk/>
          <pc:sldMk cId="0" sldId="263"/>
        </pc:sldMkLst>
        <pc:picChg chg="mod">
          <ac:chgData name="Riccardo Berta" userId="c8694f89-bba4-4576-b0a8-456619ca5a8c" providerId="ADAL" clId="{35C5D11B-424E-5B41-A9C4-509DD0A59BFD}" dt="2022-03-22T07:43:16.691" v="21"/>
          <ac:picMkLst>
            <pc:docMk/>
            <pc:sldMk cId="0" sldId="263"/>
            <ac:picMk id="133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5T15:16:54.434" v="126" actId="20577"/>
        <pc:sldMkLst>
          <pc:docMk/>
          <pc:sldMk cId="0" sldId="264"/>
        </pc:sldMkLst>
        <pc:spChg chg="mod">
          <ac:chgData name="Riccardo Berta" userId="c8694f89-bba4-4576-b0a8-456619ca5a8c" providerId="ADAL" clId="{35C5D11B-424E-5B41-A9C4-509DD0A59BFD}" dt="2022-03-25T15:16:54.434" v="126" actId="20577"/>
          <ac:spMkLst>
            <pc:docMk/>
            <pc:sldMk cId="0" sldId="264"/>
            <ac:spMk id="139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3:33.267" v="22"/>
          <ac:picMkLst>
            <pc:docMk/>
            <pc:sldMk cId="0" sldId="264"/>
            <ac:picMk id="141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3:50.362" v="23"/>
          <ac:picMkLst>
            <pc:docMk/>
            <pc:sldMk cId="0" sldId="264"/>
            <ac:picMk id="142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03.240" v="24"/>
        <pc:sldMkLst>
          <pc:docMk/>
          <pc:sldMk cId="0" sldId="265"/>
        </pc:sldMkLst>
        <pc:picChg chg="mod">
          <ac:chgData name="Riccardo Berta" userId="c8694f89-bba4-4576-b0a8-456619ca5a8c" providerId="ADAL" clId="{35C5D11B-424E-5B41-A9C4-509DD0A59BFD}" dt="2022-03-22T07:44:03.240" v="24"/>
          <ac:picMkLst>
            <pc:docMk/>
            <pc:sldMk cId="0" sldId="265"/>
            <ac:picMk id="149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4:22.734" v="25"/>
        <pc:sldMkLst>
          <pc:docMk/>
          <pc:sldMk cId="0" sldId="266"/>
        </pc:sldMkLst>
        <pc:picChg chg="mod">
          <ac:chgData name="Riccardo Berta" userId="c8694f89-bba4-4576-b0a8-456619ca5a8c" providerId="ADAL" clId="{35C5D11B-424E-5B41-A9C4-509DD0A59BFD}" dt="2022-03-22T07:44:22.734" v="25"/>
          <ac:picMkLst>
            <pc:docMk/>
            <pc:sldMk cId="0" sldId="266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4-01T12:12:56.906" v="135" actId="20577"/>
        <pc:sldMkLst>
          <pc:docMk/>
          <pc:sldMk cId="0" sldId="267"/>
        </pc:sldMkLst>
        <pc:spChg chg="mod">
          <ac:chgData name="Riccardo Berta" userId="c8694f89-bba4-4576-b0a8-456619ca5a8c" providerId="ADAL" clId="{35C5D11B-424E-5B41-A9C4-509DD0A59BFD}" dt="2022-04-01T12:12:56.906" v="135" actId="20577"/>
          <ac:spMkLst>
            <pc:docMk/>
            <pc:sldMk cId="0" sldId="267"/>
            <ac:spMk id="162" creationId="{00000000-0000-0000-0000-000000000000}"/>
          </ac:spMkLst>
        </pc:spChg>
        <pc:picChg chg="mod">
          <ac:chgData name="Riccardo Berta" userId="c8694f89-bba4-4576-b0a8-456619ca5a8c" providerId="ADAL" clId="{35C5D11B-424E-5B41-A9C4-509DD0A59BFD}" dt="2022-03-22T07:44:34.392" v="26"/>
          <ac:picMkLst>
            <pc:docMk/>
            <pc:sldMk cId="0" sldId="267"/>
            <ac:picMk id="163" creationId="{00000000-0000-0000-0000-000000000000}"/>
          </ac:picMkLst>
        </pc:picChg>
      </pc:sldChg>
      <pc:sldChg chg="del">
        <pc:chgData name="Riccardo Berta" userId="c8694f89-bba4-4576-b0a8-456619ca5a8c" providerId="ADAL" clId="{35C5D11B-424E-5B41-A9C4-509DD0A59BFD}" dt="2022-03-22T07:29:13.529" v="3" actId="2696"/>
        <pc:sldMkLst>
          <pc:docMk/>
          <pc:sldMk cId="0" sldId="268"/>
        </pc:sldMkLst>
      </pc:sldChg>
      <pc:sldChg chg="modSp">
        <pc:chgData name="Riccardo Berta" userId="c8694f89-bba4-4576-b0a8-456619ca5a8c" providerId="ADAL" clId="{35C5D11B-424E-5B41-A9C4-509DD0A59BFD}" dt="2022-03-22T07:44:59.403" v="28"/>
        <pc:sldMkLst>
          <pc:docMk/>
          <pc:sldMk cId="0" sldId="269"/>
        </pc:sldMkLst>
        <pc:picChg chg="mod">
          <ac:chgData name="Riccardo Berta" userId="c8694f89-bba4-4576-b0a8-456619ca5a8c" providerId="ADAL" clId="{35C5D11B-424E-5B41-A9C4-509DD0A59BFD}" dt="2022-03-22T07:44:47.754" v="27"/>
          <ac:picMkLst>
            <pc:docMk/>
            <pc:sldMk cId="0" sldId="269"/>
            <ac:picMk id="176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4:59.403" v="28"/>
          <ac:picMkLst>
            <pc:docMk/>
            <pc:sldMk cId="0" sldId="269"/>
            <ac:picMk id="177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03.443" v="33"/>
        <pc:sldMkLst>
          <pc:docMk/>
          <pc:sldMk cId="0" sldId="270"/>
        </pc:sldMkLst>
        <pc:picChg chg="mod">
          <ac:chgData name="Riccardo Berta" userId="c8694f89-bba4-4576-b0a8-456619ca5a8c" providerId="ADAL" clId="{35C5D11B-424E-5B41-A9C4-509DD0A59BFD}" dt="2022-03-22T07:46:52.226" v="32"/>
          <ac:picMkLst>
            <pc:docMk/>
            <pc:sldMk cId="0" sldId="270"/>
            <ac:picMk id="18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03.443" v="33"/>
          <ac:picMkLst>
            <pc:docMk/>
            <pc:sldMk cId="0" sldId="270"/>
            <ac:picMk id="185" creationId="{00000000-0000-0000-0000-000000000000}"/>
          </ac:picMkLst>
        </pc:picChg>
      </pc:sldChg>
      <pc:sldChg chg="modSp mod">
        <pc:chgData name="Riccardo Berta" userId="c8694f89-bba4-4576-b0a8-456619ca5a8c" providerId="ADAL" clId="{35C5D11B-424E-5B41-A9C4-509DD0A59BFD}" dt="2022-03-22T07:47:51.976" v="38"/>
        <pc:sldMkLst>
          <pc:docMk/>
          <pc:sldMk cId="0" sldId="271"/>
        </pc:sldMkLst>
        <pc:picChg chg="mod">
          <ac:chgData name="Riccardo Berta" userId="c8694f89-bba4-4576-b0a8-456619ca5a8c" providerId="ADAL" clId="{35C5D11B-424E-5B41-A9C4-509DD0A59BFD}" dt="2022-03-22T07:47:14.728" v="34"/>
          <ac:picMkLst>
            <pc:docMk/>
            <pc:sldMk cId="0" sldId="271"/>
            <ac:picMk id="193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31.485" v="36"/>
          <ac:picMkLst>
            <pc:docMk/>
            <pc:sldMk cId="0" sldId="271"/>
            <ac:picMk id="194" creationId="{00000000-0000-0000-0000-000000000000}"/>
          </ac:picMkLst>
        </pc:picChg>
        <pc:picChg chg="mod">
          <ac:chgData name="Riccardo Berta" userId="c8694f89-bba4-4576-b0a8-456619ca5a8c" providerId="ADAL" clId="{35C5D11B-424E-5B41-A9C4-509DD0A59BFD}" dt="2022-03-22T07:47:51.976" v="38"/>
          <ac:picMkLst>
            <pc:docMk/>
            <pc:sldMk cId="0" sldId="271"/>
            <ac:picMk id="195" creationId="{00000000-0000-0000-0000-000000000000}"/>
          </ac:picMkLst>
        </pc:picChg>
      </pc:sldChg>
      <pc:sldChg chg="modSp mod ord">
        <pc:chgData name="Riccardo Berta" userId="c8694f89-bba4-4576-b0a8-456619ca5a8c" providerId="ADAL" clId="{35C5D11B-424E-5B41-A9C4-509DD0A59BFD}" dt="2022-03-22T07:29:04.952" v="2"/>
        <pc:sldMkLst>
          <pc:docMk/>
          <pc:sldMk cId="0" sldId="272"/>
        </pc:sldMkLst>
        <pc:spChg chg="mod">
          <ac:chgData name="Riccardo Berta" userId="c8694f89-bba4-4576-b0a8-456619ca5a8c" providerId="ADAL" clId="{35C5D11B-424E-5B41-A9C4-509DD0A59BFD}" dt="2022-03-22T07:29:04.952" v="2"/>
          <ac:spMkLst>
            <pc:docMk/>
            <pc:sldMk cId="0" sldId="272"/>
            <ac:spMk id="201" creationId="{00000000-0000-0000-0000-000000000000}"/>
          </ac:spMkLst>
        </pc:spChg>
      </pc:sldChg>
      <pc:sldChg chg="modSp">
        <pc:chgData name="Riccardo Berta" userId="c8694f89-bba4-4576-b0a8-456619ca5a8c" providerId="ADAL" clId="{35C5D11B-424E-5B41-A9C4-509DD0A59BFD}" dt="2022-03-22T07:48:04.230" v="39"/>
        <pc:sldMkLst>
          <pc:docMk/>
          <pc:sldMk cId="0" sldId="273"/>
        </pc:sldMkLst>
        <pc:picChg chg="mod">
          <ac:chgData name="Riccardo Berta" userId="c8694f89-bba4-4576-b0a8-456619ca5a8c" providerId="ADAL" clId="{35C5D11B-424E-5B41-A9C4-509DD0A59BFD}" dt="2022-03-22T07:48:04.230" v="39"/>
          <ac:picMkLst>
            <pc:docMk/>
            <pc:sldMk cId="0" sldId="273"/>
            <ac:picMk id="210" creationId="{00000000-0000-0000-0000-000000000000}"/>
          </ac:picMkLst>
        </pc:picChg>
      </pc:sldChg>
      <pc:sldChg chg="modSp">
        <pc:chgData name="Riccardo Berta" userId="c8694f89-bba4-4576-b0a8-456619ca5a8c" providerId="ADAL" clId="{35C5D11B-424E-5B41-A9C4-509DD0A59BFD}" dt="2022-03-22T07:48:21.111" v="40"/>
        <pc:sldMkLst>
          <pc:docMk/>
          <pc:sldMk cId="0" sldId="275"/>
        </pc:sldMkLst>
        <pc:picChg chg="mod">
          <ac:chgData name="Riccardo Berta" userId="c8694f89-bba4-4576-b0a8-456619ca5a8c" providerId="ADAL" clId="{35C5D11B-424E-5B41-A9C4-509DD0A59BFD}" dt="2022-03-22T07:48:21.111" v="40"/>
          <ac:picMkLst>
            <pc:docMk/>
            <pc:sldMk cId="0" sldId="275"/>
            <ac:picMk id="224" creationId="{00000000-0000-0000-0000-000000000000}"/>
          </ac:picMkLst>
        </pc:picChg>
      </pc:sldChg>
    </pc:docChg>
  </pc:docChgLst>
  <pc:docChgLst>
    <pc:chgData name="Riccardo Berta" userId="c8694f89-bba4-4576-b0a8-456619ca5a8c" providerId="ADAL" clId="{D3FAC85A-25C1-9641-B3D4-CF163FB38A40}"/>
    <pc:docChg chg="undo redo custSel modSld">
      <pc:chgData name="Riccardo Berta" userId="c8694f89-bba4-4576-b0a8-456619ca5a8c" providerId="ADAL" clId="{D3FAC85A-25C1-9641-B3D4-CF163FB38A40}" dt="2023-04-19T13:10:12.711" v="699" actId="20577"/>
      <pc:docMkLst>
        <pc:docMk/>
      </pc:docMkLst>
      <pc:sldChg chg="modSp mod">
        <pc:chgData name="Riccardo Berta" userId="c8694f89-bba4-4576-b0a8-456619ca5a8c" providerId="ADAL" clId="{D3FAC85A-25C1-9641-B3D4-CF163FB38A40}" dt="2023-04-13T07:53:52.205" v="566" actId="1076"/>
        <pc:sldMkLst>
          <pc:docMk/>
          <pc:sldMk cId="0" sldId="257"/>
        </pc:sldMkLst>
        <pc:picChg chg="mod">
          <ac:chgData name="Riccardo Berta" userId="c8694f89-bba4-4576-b0a8-456619ca5a8c" providerId="ADAL" clId="{D3FAC85A-25C1-9641-B3D4-CF163FB38A40}" dt="2023-04-13T07:53:52.205" v="566" actId="1076"/>
          <ac:picMkLst>
            <pc:docMk/>
            <pc:sldMk cId="0" sldId="257"/>
            <ac:picMk id="85" creationId="{00000000-0000-0000-0000-000000000000}"/>
          </ac:picMkLst>
        </pc:picChg>
      </pc:sldChg>
      <pc:sldChg chg="modSp">
        <pc:chgData name="Riccardo Berta" userId="c8694f89-bba4-4576-b0a8-456619ca5a8c" providerId="ADAL" clId="{D3FAC85A-25C1-9641-B3D4-CF163FB38A40}" dt="2023-04-13T07:54:25.690" v="567"/>
        <pc:sldMkLst>
          <pc:docMk/>
          <pc:sldMk cId="0" sldId="258"/>
        </pc:sldMkLst>
        <pc:picChg chg="mod">
          <ac:chgData name="Riccardo Berta" userId="c8694f89-bba4-4576-b0a8-456619ca5a8c" providerId="ADAL" clId="{D3FAC85A-25C1-9641-B3D4-CF163FB38A40}" dt="2023-04-13T07:54:25.690" v="567"/>
          <ac:picMkLst>
            <pc:docMk/>
            <pc:sldMk cId="0" sldId="258"/>
            <ac:picMk id="92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07:56:30.841" v="582"/>
        <pc:sldMkLst>
          <pc:docMk/>
          <pc:sldMk cId="0" sldId="259"/>
        </pc:sldMkLst>
        <pc:spChg chg="mod">
          <ac:chgData name="Riccardo Berta" userId="c8694f89-bba4-4576-b0a8-456619ca5a8c" providerId="ADAL" clId="{D3FAC85A-25C1-9641-B3D4-CF163FB38A40}" dt="2023-04-13T05:06:23.465" v="5" actId="20577"/>
          <ac:spMkLst>
            <pc:docMk/>
            <pc:sldMk cId="0" sldId="259"/>
            <ac:spMk id="98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7:54:46.156" v="568"/>
          <ac:picMkLst>
            <pc:docMk/>
            <pc:sldMk cId="0" sldId="259"/>
            <ac:picMk id="99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5:17.262" v="570"/>
          <ac:picMkLst>
            <pc:docMk/>
            <pc:sldMk cId="0" sldId="259"/>
            <ac:picMk id="100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5:47.372" v="574"/>
          <ac:picMkLst>
            <pc:docMk/>
            <pc:sldMk cId="0" sldId="259"/>
            <ac:picMk id="101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6:04.521" v="575"/>
          <ac:picMkLst>
            <pc:docMk/>
            <pc:sldMk cId="0" sldId="259"/>
            <ac:picMk id="102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6:30.841" v="582"/>
          <ac:picMkLst>
            <pc:docMk/>
            <pc:sldMk cId="0" sldId="259"/>
            <ac:picMk id="103" creationId="{00000000-0000-0000-0000-000000000000}"/>
          </ac:picMkLst>
        </pc:picChg>
      </pc:sldChg>
      <pc:sldChg chg="delSp modSp mod">
        <pc:chgData name="Riccardo Berta" userId="c8694f89-bba4-4576-b0a8-456619ca5a8c" providerId="ADAL" clId="{D3FAC85A-25C1-9641-B3D4-CF163FB38A40}" dt="2023-04-13T07:58:18.715" v="590" actId="478"/>
        <pc:sldMkLst>
          <pc:docMk/>
          <pc:sldMk cId="0" sldId="260"/>
        </pc:sldMkLst>
        <pc:spChg chg="mod">
          <ac:chgData name="Riccardo Berta" userId="c8694f89-bba4-4576-b0a8-456619ca5a8c" providerId="ADAL" clId="{D3FAC85A-25C1-9641-B3D4-CF163FB38A40}" dt="2023-04-13T05:07:56.488" v="31" actId="404"/>
          <ac:spMkLst>
            <pc:docMk/>
            <pc:sldMk cId="0" sldId="260"/>
            <ac:spMk id="109" creationId="{00000000-0000-0000-0000-000000000000}"/>
          </ac:spMkLst>
        </pc:spChg>
        <pc:picChg chg="del mod">
          <ac:chgData name="Riccardo Berta" userId="c8694f89-bba4-4576-b0a8-456619ca5a8c" providerId="ADAL" clId="{D3FAC85A-25C1-9641-B3D4-CF163FB38A40}" dt="2023-04-13T07:58:18.715" v="590" actId="478"/>
          <ac:picMkLst>
            <pc:docMk/>
            <pc:sldMk cId="0" sldId="260"/>
            <ac:picMk id="110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6:57.716" v="588" actId="1037"/>
          <ac:picMkLst>
            <pc:docMk/>
            <pc:sldMk cId="0" sldId="260"/>
            <ac:picMk id="111" creationId="{00000000-0000-0000-0000-000000000000}"/>
          </ac:picMkLst>
        </pc:picChg>
      </pc:sldChg>
      <pc:sldChg chg="addSp delSp modSp mod">
        <pc:chgData name="Riccardo Berta" userId="c8694f89-bba4-4576-b0a8-456619ca5a8c" providerId="ADAL" clId="{D3FAC85A-25C1-9641-B3D4-CF163FB38A40}" dt="2023-04-13T13:05:21.890" v="613" actId="113"/>
        <pc:sldMkLst>
          <pc:docMk/>
          <pc:sldMk cId="0" sldId="261"/>
        </pc:sldMkLst>
        <pc:spChg chg="mod">
          <ac:chgData name="Riccardo Berta" userId="c8694f89-bba4-4576-b0a8-456619ca5a8c" providerId="ADAL" clId="{D3FAC85A-25C1-9641-B3D4-CF163FB38A40}" dt="2023-04-13T13:05:21.890" v="613" actId="113"/>
          <ac:spMkLst>
            <pc:docMk/>
            <pc:sldMk cId="0" sldId="261"/>
            <ac:spMk id="117" creationId="{00000000-0000-0000-0000-000000000000}"/>
          </ac:spMkLst>
        </pc:spChg>
        <pc:picChg chg="add mod">
          <ac:chgData name="Riccardo Berta" userId="c8694f89-bba4-4576-b0a8-456619ca5a8c" providerId="ADAL" clId="{D3FAC85A-25C1-9641-B3D4-CF163FB38A40}" dt="2023-04-13T05:14:56.362" v="310" actId="1076"/>
          <ac:picMkLst>
            <pc:docMk/>
            <pc:sldMk cId="0" sldId="261"/>
            <ac:picMk id="3" creationId="{5418383F-F393-3E38-54FE-68002D6507AC}"/>
          </ac:picMkLst>
        </pc:picChg>
        <pc:picChg chg="add mod">
          <ac:chgData name="Riccardo Berta" userId="c8694f89-bba4-4576-b0a8-456619ca5a8c" providerId="ADAL" clId="{D3FAC85A-25C1-9641-B3D4-CF163FB38A40}" dt="2023-04-13T05:15:06.235" v="319" actId="1076"/>
          <ac:picMkLst>
            <pc:docMk/>
            <pc:sldMk cId="0" sldId="261"/>
            <ac:picMk id="5" creationId="{9C9A87C8-E15D-35B7-4F16-F442FA15EEB7}"/>
          </ac:picMkLst>
        </pc:picChg>
        <pc:picChg chg="add mod">
          <ac:chgData name="Riccardo Berta" userId="c8694f89-bba4-4576-b0a8-456619ca5a8c" providerId="ADAL" clId="{D3FAC85A-25C1-9641-B3D4-CF163FB38A40}" dt="2023-04-13T05:15:14.196" v="322" actId="1076"/>
          <ac:picMkLst>
            <pc:docMk/>
            <pc:sldMk cId="0" sldId="261"/>
            <ac:picMk id="7" creationId="{0DD27615-A1FD-ABEF-B03A-F5AF70129BB4}"/>
          </ac:picMkLst>
        </pc:picChg>
        <pc:picChg chg="del mod">
          <ac:chgData name="Riccardo Berta" userId="c8694f89-bba4-4576-b0a8-456619ca5a8c" providerId="ADAL" clId="{D3FAC85A-25C1-9641-B3D4-CF163FB38A40}" dt="2023-04-13T05:12:58.136" v="243" actId="478"/>
          <ac:picMkLst>
            <pc:docMk/>
            <pc:sldMk cId="0" sldId="261"/>
            <ac:picMk id="118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7:58:40.089" v="591"/>
          <ac:picMkLst>
            <pc:docMk/>
            <pc:sldMk cId="0" sldId="261"/>
            <ac:picMk id="119" creationId="{00000000-0000-0000-0000-000000000000}"/>
          </ac:picMkLst>
        </pc:picChg>
      </pc:sldChg>
      <pc:sldChg chg="modSp">
        <pc:chgData name="Riccardo Berta" userId="c8694f89-bba4-4576-b0a8-456619ca5a8c" providerId="ADAL" clId="{D3FAC85A-25C1-9641-B3D4-CF163FB38A40}" dt="2023-04-13T07:59:01.914" v="592"/>
        <pc:sldMkLst>
          <pc:docMk/>
          <pc:sldMk cId="0" sldId="262"/>
        </pc:sldMkLst>
        <pc:picChg chg="mod">
          <ac:chgData name="Riccardo Berta" userId="c8694f89-bba4-4576-b0a8-456619ca5a8c" providerId="ADAL" clId="{D3FAC85A-25C1-9641-B3D4-CF163FB38A40}" dt="2023-04-13T07:59:01.914" v="592"/>
          <ac:picMkLst>
            <pc:docMk/>
            <pc:sldMk cId="0" sldId="262"/>
            <ac:picMk id="126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13:29:29.558" v="615" actId="113"/>
        <pc:sldMkLst>
          <pc:docMk/>
          <pc:sldMk cId="0" sldId="263"/>
        </pc:sldMkLst>
        <pc:spChg chg="mod">
          <ac:chgData name="Riccardo Berta" userId="c8694f89-bba4-4576-b0a8-456619ca5a8c" providerId="ADAL" clId="{D3FAC85A-25C1-9641-B3D4-CF163FB38A40}" dt="2023-04-13T13:29:29.558" v="615" actId="113"/>
          <ac:spMkLst>
            <pc:docMk/>
            <pc:sldMk cId="0" sldId="263"/>
            <ac:spMk id="132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7:59:20.297" v="593"/>
          <ac:picMkLst>
            <pc:docMk/>
            <pc:sldMk cId="0" sldId="263"/>
            <ac:picMk id="133" creationId="{00000000-0000-0000-0000-000000000000}"/>
          </ac:picMkLst>
        </pc:picChg>
      </pc:sldChg>
      <pc:sldChg chg="delSp modSp mod">
        <pc:chgData name="Riccardo Berta" userId="c8694f89-bba4-4576-b0a8-456619ca5a8c" providerId="ADAL" clId="{D3FAC85A-25C1-9641-B3D4-CF163FB38A40}" dt="2023-04-13T08:00:23.815" v="595" actId="478"/>
        <pc:sldMkLst>
          <pc:docMk/>
          <pc:sldMk cId="0" sldId="264"/>
        </pc:sldMkLst>
        <pc:picChg chg="mod">
          <ac:chgData name="Riccardo Berta" userId="c8694f89-bba4-4576-b0a8-456619ca5a8c" providerId="ADAL" clId="{D3FAC85A-25C1-9641-B3D4-CF163FB38A40}" dt="2023-04-13T07:59:36.669" v="594"/>
          <ac:picMkLst>
            <pc:docMk/>
            <pc:sldMk cId="0" sldId="264"/>
            <ac:picMk id="141" creationId="{00000000-0000-0000-0000-000000000000}"/>
          </ac:picMkLst>
        </pc:picChg>
        <pc:picChg chg="del mod">
          <ac:chgData name="Riccardo Berta" userId="c8694f89-bba4-4576-b0a8-456619ca5a8c" providerId="ADAL" clId="{D3FAC85A-25C1-9641-B3D4-CF163FB38A40}" dt="2023-04-13T08:00:23.815" v="595" actId="478"/>
          <ac:picMkLst>
            <pc:docMk/>
            <pc:sldMk cId="0" sldId="264"/>
            <ac:picMk id="142" creationId="{00000000-0000-0000-0000-000000000000}"/>
          </ac:picMkLst>
        </pc:picChg>
      </pc:sldChg>
      <pc:sldChg chg="modSp">
        <pc:chgData name="Riccardo Berta" userId="c8694f89-bba4-4576-b0a8-456619ca5a8c" providerId="ADAL" clId="{D3FAC85A-25C1-9641-B3D4-CF163FB38A40}" dt="2023-04-13T08:01:18.786" v="596"/>
        <pc:sldMkLst>
          <pc:docMk/>
          <pc:sldMk cId="0" sldId="265"/>
        </pc:sldMkLst>
        <pc:picChg chg="mod">
          <ac:chgData name="Riccardo Berta" userId="c8694f89-bba4-4576-b0a8-456619ca5a8c" providerId="ADAL" clId="{D3FAC85A-25C1-9641-B3D4-CF163FB38A40}" dt="2023-04-13T08:01:18.786" v="596"/>
          <ac:picMkLst>
            <pc:docMk/>
            <pc:sldMk cId="0" sldId="265"/>
            <ac:picMk id="149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9T13:10:12.711" v="699" actId="20577"/>
        <pc:sldMkLst>
          <pc:docMk/>
          <pc:sldMk cId="0" sldId="266"/>
        </pc:sldMkLst>
        <pc:spChg chg="mod">
          <ac:chgData name="Riccardo Berta" userId="c8694f89-bba4-4576-b0a8-456619ca5a8c" providerId="ADAL" clId="{D3FAC85A-25C1-9641-B3D4-CF163FB38A40}" dt="2023-04-19T13:10:12.711" v="699" actId="20577"/>
          <ac:spMkLst>
            <pc:docMk/>
            <pc:sldMk cId="0" sldId="266"/>
            <ac:spMk id="155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1:39.923" v="597"/>
          <ac:picMkLst>
            <pc:docMk/>
            <pc:sldMk cId="0" sldId="266"/>
            <ac:picMk id="156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08:02:13.008" v="598"/>
        <pc:sldMkLst>
          <pc:docMk/>
          <pc:sldMk cId="0" sldId="267"/>
        </pc:sldMkLst>
        <pc:spChg chg="mod">
          <ac:chgData name="Riccardo Berta" userId="c8694f89-bba4-4576-b0a8-456619ca5a8c" providerId="ADAL" clId="{D3FAC85A-25C1-9641-B3D4-CF163FB38A40}" dt="2023-04-13T05:24:31.098" v="410" actId="13926"/>
          <ac:spMkLst>
            <pc:docMk/>
            <pc:sldMk cId="0" sldId="267"/>
            <ac:spMk id="162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2:13.008" v="598"/>
          <ac:picMkLst>
            <pc:docMk/>
            <pc:sldMk cId="0" sldId="267"/>
            <ac:picMk id="163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9T08:31:37.551" v="629" actId="404"/>
        <pc:sldMkLst>
          <pc:docMk/>
          <pc:sldMk cId="0" sldId="269"/>
        </pc:sldMkLst>
        <pc:spChg chg="mod">
          <ac:chgData name="Riccardo Berta" userId="c8694f89-bba4-4576-b0a8-456619ca5a8c" providerId="ADAL" clId="{D3FAC85A-25C1-9641-B3D4-CF163FB38A40}" dt="2023-04-19T08:31:37.551" v="629" actId="404"/>
          <ac:spMkLst>
            <pc:docMk/>
            <pc:sldMk cId="0" sldId="269"/>
            <ac:spMk id="175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2:30.880" v="599"/>
          <ac:picMkLst>
            <pc:docMk/>
            <pc:sldMk cId="0" sldId="269"/>
            <ac:picMk id="176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8:02:50.376" v="601"/>
          <ac:picMkLst>
            <pc:docMk/>
            <pc:sldMk cId="0" sldId="269"/>
            <ac:picMk id="177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9T08:32:42.488" v="631" actId="1076"/>
        <pc:sldMkLst>
          <pc:docMk/>
          <pc:sldMk cId="0" sldId="270"/>
        </pc:sldMkLst>
        <pc:spChg chg="mod">
          <ac:chgData name="Riccardo Berta" userId="c8694f89-bba4-4576-b0a8-456619ca5a8c" providerId="ADAL" clId="{D3FAC85A-25C1-9641-B3D4-CF163FB38A40}" dt="2023-04-19T08:32:11.451" v="630" actId="313"/>
          <ac:spMkLst>
            <pc:docMk/>
            <pc:sldMk cId="0" sldId="270"/>
            <ac:spMk id="183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3:06.151" v="602"/>
          <ac:picMkLst>
            <pc:docMk/>
            <pc:sldMk cId="0" sldId="270"/>
            <ac:picMk id="184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9T08:32:42.488" v="631" actId="1076"/>
          <ac:picMkLst>
            <pc:docMk/>
            <pc:sldMk cId="0" sldId="270"/>
            <ac:picMk id="185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9T08:33:18.084" v="637" actId="15"/>
        <pc:sldMkLst>
          <pc:docMk/>
          <pc:sldMk cId="0" sldId="271"/>
        </pc:sldMkLst>
        <pc:spChg chg="mod">
          <ac:chgData name="Riccardo Berta" userId="c8694f89-bba4-4576-b0a8-456619ca5a8c" providerId="ADAL" clId="{D3FAC85A-25C1-9641-B3D4-CF163FB38A40}" dt="2023-04-19T08:33:18.084" v="637" actId="15"/>
          <ac:spMkLst>
            <pc:docMk/>
            <pc:sldMk cId="0" sldId="271"/>
            <ac:spMk id="191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3:40.935" v="605"/>
          <ac:picMkLst>
            <pc:docMk/>
            <pc:sldMk cId="0" sldId="271"/>
            <ac:picMk id="193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8:03:55.278" v="607" actId="14100"/>
          <ac:picMkLst>
            <pc:docMk/>
            <pc:sldMk cId="0" sldId="271"/>
            <ac:picMk id="194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8:04:10.914" v="608"/>
          <ac:picMkLst>
            <pc:docMk/>
            <pc:sldMk cId="0" sldId="271"/>
            <ac:picMk id="195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08:04:28.298" v="609"/>
        <pc:sldMkLst>
          <pc:docMk/>
          <pc:sldMk cId="0" sldId="273"/>
        </pc:sldMkLst>
        <pc:spChg chg="mod">
          <ac:chgData name="Riccardo Berta" userId="c8694f89-bba4-4576-b0a8-456619ca5a8c" providerId="ADAL" clId="{D3FAC85A-25C1-9641-B3D4-CF163FB38A40}" dt="2023-04-13T05:30:00.293" v="534" actId="20577"/>
          <ac:spMkLst>
            <pc:docMk/>
            <pc:sldMk cId="0" sldId="273"/>
            <ac:spMk id="207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5:30:06.141" v="537" actId="1036"/>
          <ac:picMkLst>
            <pc:docMk/>
            <pc:sldMk cId="0" sldId="273"/>
            <ac:picMk id="208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5:31:18.321" v="561" actId="1036"/>
          <ac:picMkLst>
            <pc:docMk/>
            <pc:sldMk cId="0" sldId="273"/>
            <ac:picMk id="209" creationId="{00000000-0000-0000-0000-000000000000}"/>
          </ac:picMkLst>
        </pc:picChg>
        <pc:picChg chg="mod">
          <ac:chgData name="Riccardo Berta" userId="c8694f89-bba4-4576-b0a8-456619ca5a8c" providerId="ADAL" clId="{D3FAC85A-25C1-9641-B3D4-CF163FB38A40}" dt="2023-04-13T08:04:28.298" v="609"/>
          <ac:picMkLst>
            <pc:docMk/>
            <pc:sldMk cId="0" sldId="273"/>
            <ac:picMk id="210" creationId="{00000000-0000-0000-0000-000000000000}"/>
          </ac:picMkLst>
        </pc:picChg>
      </pc:sldChg>
      <pc:sldChg chg="modSp mod">
        <pc:chgData name="Riccardo Berta" userId="c8694f89-bba4-4576-b0a8-456619ca5a8c" providerId="ADAL" clId="{D3FAC85A-25C1-9641-B3D4-CF163FB38A40}" dt="2023-04-13T08:04:45.601" v="610"/>
        <pc:sldMkLst>
          <pc:docMk/>
          <pc:sldMk cId="0" sldId="275"/>
        </pc:sldMkLst>
        <pc:spChg chg="mod">
          <ac:chgData name="Riccardo Berta" userId="c8694f89-bba4-4576-b0a8-456619ca5a8c" providerId="ADAL" clId="{D3FAC85A-25C1-9641-B3D4-CF163FB38A40}" dt="2023-04-13T05:32:13.969" v="564" actId="14100"/>
          <ac:spMkLst>
            <pc:docMk/>
            <pc:sldMk cId="0" sldId="275"/>
            <ac:spMk id="223" creationId="{00000000-0000-0000-0000-000000000000}"/>
          </ac:spMkLst>
        </pc:spChg>
        <pc:picChg chg="mod">
          <ac:chgData name="Riccardo Berta" userId="c8694f89-bba4-4576-b0a8-456619ca5a8c" providerId="ADAL" clId="{D3FAC85A-25C1-9641-B3D4-CF163FB38A40}" dt="2023-04-13T08:04:45.601" v="610"/>
          <ac:picMkLst>
            <pc:docMk/>
            <pc:sldMk cId="0" sldId="275"/>
            <ac:picMk id="22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ed6ae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ed6ae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0d463d8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0d463d8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55a7c9db4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55a7c9db4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55a7c9db4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55a7c9db4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0d463d8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00d463d8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0d463d8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00d463d8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eed6aedb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eed6aedb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65f835ae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565f835aeb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0d463d8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00d463d8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55a889b4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55a889b4d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0d463d8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00d463d8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eed6aedb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eed6aedb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65f835aeb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565f835aeb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565f835aeb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565f835aeb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eed6aedb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eed6aedb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eed6aedbf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eed6aedbf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eed6aedb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eed6aedb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eed6aedb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eed6aedb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8.dev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Quv8Frc_9hGnFjj4qvvwp4BZTPQ4l2qhhdBxIw_NP_c4A?e=yjT2gu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UUnjuVNXctIt4X-rCIbI3YBX7jMUQqDvIfB958csz4sYA?e=iXorgv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unigeit-my.sharepoint.com/:v:/g/personal/riccardo_berta_unige_it/ESMmR9DDNlJIkzSGi-UOsgQBMNfmJI1HrtFEWaZJ32khAQ?e=9rnevf" TargetMode="External"/><Relationship Id="rId3" Type="http://schemas.openxmlformats.org/officeDocument/2006/relationships/hyperlink" Target="http://www.npmjs.com/" TargetMode="External"/><Relationship Id="rId7" Type="http://schemas.openxmlformats.org/officeDocument/2006/relationships/hyperlink" Target="https://unigeit-my.sharepoint.com/:v:/g/personal/riccardo_berta_unige_it/EZTnH96siz1ErAxAG9_1alMBvBMkiVLxw4_OLsRb9ZiDdA?e=Tfz6e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nigeit-my.sharepoint.com/:v:/g/personal/riccardo_berta_unige_it/EYVyQK2RyRhAjWeQe45uzSUBm86sXA3e4MpU-U14U0yMcw?e=wIvpkJ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s://unigeit-my.sharepoint.com/:v:/g/personal/riccardo_berta_unige_it/EWGyCugcagNOqdbFj5pADX0BiC8r3BtiYGnGHWw6nLT-kA?e=d7QZqC" TargetMode="External"/><Relationship Id="rId9" Type="http://schemas.openxmlformats.org/officeDocument/2006/relationships/hyperlink" Target="https://unigeit-my.sharepoint.com/:v:/g/personal/riccardo_berta_unige_it/EVAp402y1z1KnC1ep9HfRLUBKB8rRaB9hSzTRvmnLusqxg?e=SdP1o8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REfxUlzMAdGscqAf7kIZckBFjyeu0mnuN3BCaUUNWOGjA?e=KUQJ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ZPLSIZ59xVKmGLaElvECWoBIKBDsXoVkY72IImi2lbNZw?e=EunIy6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eV5wf_sX29Eo9zn_1XXhQoB8M_JBzExWVYn1Q0PwkrMVA?e=YPnZy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Wp1WwseoFpHhL7ZN0eRjAsBg-_BzphCX4OoAVklyl1yLw?e=tOX4q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nigeit-my.sharepoint.com/:v:/g/personal/riccardo_berta_unige_it/EZPLSIZ59xVKmGLaElvECWoBIKBDsXoVkY72IImi2lbNZw?e=d3NTc6" TargetMode="External"/><Relationship Id="rId5" Type="http://schemas.openxmlformats.org/officeDocument/2006/relationships/image" Target="../media/image12.png"/><Relationship Id="rId4" Type="http://schemas.openxmlformats.org/officeDocument/2006/relationships/hyperlink" Target="https://nodejs.org/dist/latest-v8.x/docs/api/util.html#util_util_promisify_origina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QGgwO8pk5dBkMSQ9R7h-XgB64St7NO9Ch1bdeEqT5i-vQ?e=hWLMm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eSovdb90HpHqWtYQtFoYnUB4jF8r2pPPjC4m_urE1GCVQ?e=G2YtV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efMo2Zj3ihAoG98lQxXGMYBWpN4ikdg-c0lW6GJC0hqUw?e=dOaSG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RJCmIDuN0VErM-dTbWoQg8Bi4HiGSCMmK7B4-728oZTqQ?e=6f2b0W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unigeit-my.sharepoint.com/:v:/g/personal/riccardo_berta_unige_it/ETdOKzkbEA1LsJV1XKBZMMYBzMl3QNFzEnI0sl0YMV0Odg?e=6RzyfW" TargetMode="Externa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Uv6BLtVCnhGqzAkrXxE8yMB-ZshF2npo1XsmjvK4ZfUmQ?e=fLYe4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unigeit-my.sharepoint.com/:v:/g/personal/riccardo_berta_unige_it/Ebf1H7CVkS1Hp3mlYraXBpABOBnsPRdQyzCF34el3wDINw?e=TEHMm1" TargetMode="Externa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unigeit-my.sharepoint.com/:v:/g/personal/riccardo_berta_unige_it/EVOD9zEmgFVJiXwuQuq3sPoB8kGiJ6IRjQWB6nai4-Hi4w?e=XU3Irz" TargetMode="External"/><Relationship Id="rId3" Type="http://schemas.openxmlformats.org/officeDocument/2006/relationships/hyperlink" Target="http://localhost:8000/tweets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nigeit-my.sharepoint.com/:v:/g/personal/riccardo_berta_unige_it/ES9uIdJhWoZPq40T8OJjel8B_5wvMgFpvftRPMaTgf6UKQ?e=5HuDVC" TargetMode="External"/><Relationship Id="rId5" Type="http://schemas.openxmlformats.org/officeDocument/2006/relationships/image" Target="../media/image13.png"/><Relationship Id="rId4" Type="http://schemas.openxmlformats.org/officeDocument/2006/relationships/hyperlink" Target="http://localhost:8000/send" TargetMode="External"/><Relationship Id="rId9" Type="http://schemas.openxmlformats.org/officeDocument/2006/relationships/hyperlink" Target="https://unigeit-my.sharepoint.com/:v:/g/personal/riccardo_berta_unige_it/EVxoMPyE1CNDuGWioI5H9e8BE3RFlyrDaoezzlhwHFzTOA?e=nTEtAO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hyperlink" Target="https://unigeit-my.sharepoint.com/:v:/g/personal/riccardo_berta_unige_it/ET10mpjbe_lFj7MYSpqqYaEBg2eM2z6NWjWmws3tTWL4jw?e=4bkgQW" TargetMode="Externa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unigeit-my.sharepoint.com/:v:/g/personal/riccardo_berta_unige_it/EfjeMURcQfRIg431rDJ16I8B6XxHze6mhwpFOElq1WTOXA?e=4ptHxX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Node.js</a:t>
            </a:r>
            <a:endParaRPr/>
          </a:p>
        </p:txBody>
      </p:sp>
      <p:grpSp>
        <p:nvGrpSpPr>
          <p:cNvPr id="63" name="Google Shape;63;p13"/>
          <p:cNvGrpSpPr/>
          <p:nvPr/>
        </p:nvGrpSpPr>
        <p:grpSpPr>
          <a:xfrm>
            <a:off x="4991502" y="202216"/>
            <a:ext cx="3988156" cy="1681357"/>
            <a:chOff x="596595" y="1681625"/>
            <a:chExt cx="7590704" cy="3377576"/>
          </a:xfrm>
        </p:grpSpPr>
        <p:pic>
          <p:nvPicPr>
            <p:cNvPr id="64" name="Google Shape;64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3500" y="3485357"/>
              <a:ext cx="1051800" cy="7152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3"/>
            <p:cNvSpPr/>
            <p:nvPr/>
          </p:nvSpPr>
          <p:spPr>
            <a:xfrm>
              <a:off x="1929869" y="3438494"/>
              <a:ext cx="2529576" cy="1548504"/>
            </a:xfrm>
            <a:prstGeom prst="cloud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" name="Google Shape;66;p13"/>
            <p:cNvCxnSpPr>
              <a:stCxn id="67" idx="3"/>
            </p:cNvCxnSpPr>
            <p:nvPr/>
          </p:nvCxnSpPr>
          <p:spPr>
            <a:xfrm>
              <a:off x="1937776" y="3426272"/>
              <a:ext cx="427200" cy="2379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67" name="Google Shape;67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6595" y="2978971"/>
              <a:ext cx="1341180" cy="89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69970" y="1681625"/>
              <a:ext cx="921151" cy="7724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9" name="Google Shape;69;p13"/>
            <p:cNvCxnSpPr>
              <a:stCxn id="68" idx="2"/>
              <a:endCxn id="65" idx="3"/>
            </p:cNvCxnSpPr>
            <p:nvPr/>
          </p:nvCxnSpPr>
          <p:spPr>
            <a:xfrm>
              <a:off x="2830546" y="2454075"/>
              <a:ext cx="364200" cy="1073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0" name="Google Shape;70;p13"/>
            <p:cNvPicPr preferRelativeResize="0"/>
            <p:nvPr/>
          </p:nvPicPr>
          <p:blipFill rotWithShape="1">
            <a:blip r:embed="rId6">
              <a:alphaModFix/>
            </a:blip>
            <a:srcRect l="7526" t="9500" r="8376" b="35009"/>
            <a:stretch/>
          </p:blipFill>
          <p:spPr>
            <a:xfrm rot="5400000">
              <a:off x="6395675" y="3267576"/>
              <a:ext cx="2271976" cy="1311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085380" y="3787000"/>
              <a:ext cx="504057" cy="3252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2" name="Google Shape;72;p13"/>
            <p:cNvCxnSpPr/>
            <p:nvPr/>
          </p:nvCxnSpPr>
          <p:spPr>
            <a:xfrm>
              <a:off x="4459430" y="3920656"/>
              <a:ext cx="254100" cy="5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13"/>
            <p:cNvCxnSpPr/>
            <p:nvPr/>
          </p:nvCxnSpPr>
          <p:spPr>
            <a:xfrm>
              <a:off x="5765300" y="3919166"/>
              <a:ext cx="365400" cy="81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13"/>
            <p:cNvCxnSpPr>
              <a:stCxn id="71" idx="3"/>
              <a:endCxn id="71" idx="3"/>
            </p:cNvCxnSpPr>
            <p:nvPr/>
          </p:nvCxnSpPr>
          <p:spPr>
            <a:xfrm>
              <a:off x="6589437" y="3949600"/>
              <a:ext cx="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13"/>
            <p:cNvCxnSpPr>
              <a:stCxn id="71" idx="3"/>
            </p:cNvCxnSpPr>
            <p:nvPr/>
          </p:nvCxnSpPr>
          <p:spPr>
            <a:xfrm>
              <a:off x="6589437" y="3949600"/>
              <a:ext cx="304200" cy="840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76" name="Google Shape;76;p1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2542954" y="3807661"/>
              <a:ext cx="1311275" cy="815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012750" y="4200575"/>
              <a:ext cx="576750" cy="8157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13"/>
          <p:cNvSpPr/>
          <p:nvPr/>
        </p:nvSpPr>
        <p:spPr>
          <a:xfrm>
            <a:off x="5968725" y="1077225"/>
            <a:ext cx="1838400" cy="480000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is?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213375" y="1043725"/>
            <a:ext cx="8818500" cy="5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way of running JavaScript outside the web browser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created in 2009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wrapper around the high-performance </a:t>
            </a:r>
            <a:r>
              <a:rPr lang="en-GB" b="1" dirty="0"/>
              <a:t>V8 JS runtime</a:t>
            </a:r>
            <a:r>
              <a:rPr lang="en-GB" dirty="0"/>
              <a:t> of Google Chrome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V8: newest technique in compiler technology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https://v8.dev/</a:t>
            </a:r>
            <a:r>
              <a:rPr lang="en-GB" dirty="0"/>
              <a:t>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performance similar to C, in a fraction of development cost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focus on performance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Additional API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Files, http, manipulation of binary data, etc.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Event-driven</a:t>
            </a:r>
            <a:r>
              <a:rPr lang="en-GB" dirty="0"/>
              <a:t> programming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Event loop</a:t>
            </a:r>
            <a:r>
              <a:rPr lang="en-GB" dirty="0"/>
              <a:t> Architecture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hides complexity of concurrency, still offering performance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non-blocking libraries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interface to filesystem or database in a event-driven way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not waiting for retrieve a file, but be notified when it has access (like onclick event)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simplified approach to access slow resources in </a:t>
            </a:r>
            <a:r>
              <a:rPr lang="en-GB" b="1" dirty="0"/>
              <a:t>scalable</a:t>
            </a:r>
            <a:r>
              <a:rPr lang="en-GB" dirty="0"/>
              <a:t> and </a:t>
            </a:r>
            <a:r>
              <a:rPr lang="en-GB" b="1" dirty="0"/>
              <a:t>intuitive</a:t>
            </a:r>
            <a:r>
              <a:rPr lang="en-GB" dirty="0"/>
              <a:t> way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It’s a </a:t>
            </a:r>
            <a:r>
              <a:rPr lang="en-GB" b="1" dirty="0"/>
              <a:t>server</a:t>
            </a:r>
            <a:r>
              <a:rPr lang="en-GB" dirty="0"/>
              <a:t>, but also a </a:t>
            </a:r>
            <a:r>
              <a:rPr lang="en-GB" b="1" dirty="0"/>
              <a:t>runtime environment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REPL: </a:t>
            </a:r>
            <a:r>
              <a:rPr lang="en-GB" dirty="0"/>
              <a:t>Read-Evaluate-Print-Loop (and interactive programming environment)</a:t>
            </a:r>
            <a:endParaRPr dirty="0"/>
          </a:p>
        </p:txBody>
      </p:sp>
      <p:pic>
        <p:nvPicPr>
          <p:cNvPr id="85" name="Google Shape;85;p1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8175" y="57972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is?</a:t>
            </a: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An easy way to build </a:t>
            </a:r>
            <a:r>
              <a:rPr lang="en-GB" b="1" dirty="0"/>
              <a:t>scalable network programs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LinkedIn</a:t>
            </a:r>
            <a:r>
              <a:rPr lang="en-GB" dirty="0"/>
              <a:t> (from Rails to Node)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servers were cut to 3 from 30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running up to 20x faster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frontend and backend teams combined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PayPal</a:t>
            </a:r>
            <a:r>
              <a:rPr lang="en-GB" dirty="0"/>
              <a:t> (from Java to Node)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build almost twice as fast with fewer people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double the request per second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35% decrease in average response time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Installing Node.js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https://nodejs.org/en/</a:t>
            </a:r>
            <a:r>
              <a:rPr lang="en-GB" dirty="0"/>
              <a:t> 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Run “node” from the console for REPL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 for production code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write code with and editor in a file “</a:t>
            </a:r>
            <a:r>
              <a:rPr lang="en-GB" dirty="0" err="1"/>
              <a:t>name.js</a:t>
            </a:r>
            <a:r>
              <a:rPr lang="en-GB" dirty="0"/>
              <a:t>”, then run the file “node </a:t>
            </a:r>
            <a:r>
              <a:rPr lang="en-GB" dirty="0" err="1"/>
              <a:t>name.js</a:t>
            </a:r>
            <a:r>
              <a:rPr lang="en-GB" dirty="0"/>
              <a:t>”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meta-commands: .help .exit .clear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IDE: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IntelliJ, Editor: Atom + Atom NodeJS Packages (atom-debugger)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Visual Studio Code</a:t>
            </a:r>
            <a:endParaRPr b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92" name="Google Shape;92;p1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9775" y="5381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NPM</a:t>
            </a: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body" idx="1"/>
          </p:nvPr>
        </p:nvSpPr>
        <p:spPr>
          <a:xfrm>
            <a:off x="162750" y="987050"/>
            <a:ext cx="8818500" cy="55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</a:t>
            </a:r>
            <a:r>
              <a:rPr lang="en-GB" b="1" dirty="0"/>
              <a:t>package manager</a:t>
            </a:r>
            <a:r>
              <a:rPr lang="en-GB" dirty="0"/>
              <a:t> for Node.js packages or modules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www.npmjs.com</a:t>
            </a:r>
            <a:r>
              <a:rPr lang="en-GB" dirty="0"/>
              <a:t> hosts thousands of free packages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What is a module?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like a library: a set of functions you want to include in your application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 set of built-in modules (</a:t>
            </a:r>
            <a:r>
              <a:rPr lang="en-GB" b="1" dirty="0"/>
              <a:t>core modules)</a:t>
            </a:r>
            <a:r>
              <a:rPr lang="en-GB" dirty="0"/>
              <a:t> you can use without any further installation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■"/>
            </a:pPr>
            <a:r>
              <a:rPr lang="en-GB" sz="1500" dirty="0"/>
              <a:t>http, </a:t>
            </a:r>
            <a:r>
              <a:rPr lang="en-GB" sz="1500" dirty="0" err="1"/>
              <a:t>url</a:t>
            </a:r>
            <a:r>
              <a:rPr lang="en-GB" sz="1500" dirty="0"/>
              <a:t>, </a:t>
            </a:r>
            <a:r>
              <a:rPr lang="en-GB" sz="1500" dirty="0" err="1"/>
              <a:t>querystring</a:t>
            </a:r>
            <a:r>
              <a:rPr lang="en-GB" sz="1500" dirty="0"/>
              <a:t>, path, fs, util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ourier New"/>
              <a:buChar char="○"/>
            </a:pPr>
            <a:r>
              <a:rPr lang="en-GB" dirty="0"/>
              <a:t>many more can be downloaded...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Download a package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install upper-case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NPM creates a folder named "</a:t>
            </a:r>
            <a:r>
              <a:rPr lang="en-GB" b="1" dirty="0" err="1"/>
              <a:t>node_modules</a:t>
            </a:r>
            <a:r>
              <a:rPr lang="en-GB" dirty="0"/>
              <a:t>", where the package will be placed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Using a package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once the package is installed, it is ready to use (</a:t>
            </a:r>
            <a:r>
              <a:rPr lang="en-GB" b="1" dirty="0"/>
              <a:t>require</a:t>
            </a:r>
            <a:r>
              <a:rPr lang="en-GB" dirty="0"/>
              <a:t>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uc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= require('upper-case');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You can create your own modules (</a:t>
            </a:r>
            <a:r>
              <a:rPr lang="en-GB" b="1" dirty="0"/>
              <a:t>local module</a:t>
            </a:r>
            <a:r>
              <a:rPr lang="en-GB" dirty="0"/>
              <a:t>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exports</a:t>
            </a:r>
            <a:r>
              <a:rPr lang="en-GB" dirty="0"/>
              <a:t> keyword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exports.myDateTime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= function () { return Date(); }</a:t>
            </a:r>
            <a:r>
              <a:rPr lang="en-GB" dirty="0"/>
              <a:t>;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then save the code in a file called "</a:t>
            </a:r>
            <a:r>
              <a:rPr lang="en-GB" dirty="0" err="1"/>
              <a:t>myfirstmodule.js</a:t>
            </a:r>
            <a:r>
              <a:rPr lang="en-GB" dirty="0"/>
              <a:t>"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Now you can include and use the module in any of your Node.js files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let dt = require('./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myfirstmodule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');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notice use ./ to locate the module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9" name="Google Shape;99;p1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9650" y="5381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>
            <a:hlinkClick r:id="rId6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0209" y="1649054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>
            <a:hlinkClick r:id="rId7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8484" y="3013203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>
            <a:hlinkClick r:id="rId8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1050" y="40890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>
            <a:hlinkClick r:id="rId9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0776" y="4898524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Package.json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162750" y="976375"/>
            <a:ext cx="8818500" cy="55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The </a:t>
            </a:r>
            <a:r>
              <a:rPr lang="en-GB" b="1" dirty="0"/>
              <a:t>manifest file</a:t>
            </a:r>
            <a:r>
              <a:rPr lang="en-GB" dirty="0"/>
              <a:t> of any project 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contains </a:t>
            </a:r>
            <a:r>
              <a:rPr lang="en-GB" b="1" dirty="0"/>
              <a:t>metadata</a:t>
            </a:r>
            <a:r>
              <a:rPr lang="en-GB" dirty="0"/>
              <a:t> about:</a:t>
            </a:r>
            <a:endParaRPr dirty="0"/>
          </a:p>
          <a:p>
            <a: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</a:pPr>
            <a:r>
              <a:rPr lang="en-GB" dirty="0"/>
              <a:t>identify the project: name, current version, license, author, description, etc.</a:t>
            </a:r>
            <a:endParaRPr dirty="0"/>
          </a:p>
          <a:p>
            <a: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■"/>
            </a:pPr>
            <a:r>
              <a:rPr lang="en-GB" dirty="0"/>
              <a:t>functional metadata: entry point of the project, dependencies, repository links, etc.</a:t>
            </a:r>
            <a:endParaRPr dirty="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endParaRPr lang="en-GB" sz="1000" dirty="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-GB" dirty="0"/>
              <a:t>Create a </a:t>
            </a:r>
            <a:r>
              <a:rPr lang="en-GB" dirty="0" err="1"/>
              <a:t>package.json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create a folder for your project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init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try to add a dependency 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install upper-case)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In particular: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dependencies: third party modules installed using </a:t>
            </a:r>
            <a:r>
              <a:rPr lang="en-GB" dirty="0" err="1"/>
              <a:t>npm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 err="1"/>
              <a:t>devDependencies</a:t>
            </a:r>
            <a:r>
              <a:rPr lang="en-GB" dirty="0"/>
              <a:t>: dependencies that are used only during development (not used in production)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~ only update patch releases; ^ update patch and minor releases; * accept all updates, &gt; &gt;= any version higher (higher or equal) than the one you specify; &lt; &lt;= any version lower (lower or equal) to the one you specify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You can distribute your code without the “</a:t>
            </a:r>
            <a:r>
              <a:rPr lang="en-GB" dirty="0" err="1"/>
              <a:t>node_modules</a:t>
            </a:r>
            <a:r>
              <a:rPr lang="en-GB" dirty="0"/>
              <a:t>” folder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install</a:t>
            </a:r>
            <a:r>
              <a:rPr lang="en-GB" dirty="0"/>
              <a:t> (in package directory, no arguments) installs all modules listed as dependencies in </a:t>
            </a:r>
            <a:r>
              <a:rPr lang="en-GB" dirty="0" err="1"/>
              <a:t>package.json</a:t>
            </a:r>
            <a:endParaRPr dirty="0"/>
          </a:p>
        </p:txBody>
      </p:sp>
      <p:pic>
        <p:nvPicPr>
          <p:cNvPr id="111" name="Google Shape;111;p1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4095" y="1097803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Synchronous vs Asynchronous 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202700" y="1034677"/>
            <a:ext cx="8818500" cy="5449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b="1" dirty="0"/>
              <a:t>Synchronous, single thread</a:t>
            </a:r>
            <a:r>
              <a:rPr lang="en-GB" dirty="0"/>
              <a:t> 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make the requests one after the other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the second will only be started when the first has finished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total time will be at least the sum of the two response times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sz="9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b="1" dirty="0"/>
              <a:t>Synchronous, multiple threads</a:t>
            </a:r>
            <a:r>
              <a:rPr lang="en-GB" dirty="0"/>
              <a:t> 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start additional </a:t>
            </a:r>
            <a:r>
              <a:rPr lang="en-GB" b="1" dirty="0"/>
              <a:t>threads</a:t>
            </a:r>
            <a:r>
              <a:rPr lang="en-GB" dirty="0"/>
              <a:t> of control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a second thread could start the second request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then both threads wait for their results to come back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after which they re-synchronize to combine their results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sz="1200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lang="en-GB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b="1" dirty="0"/>
              <a:t>Asynchronous model</a:t>
            </a:r>
            <a:r>
              <a:rPr lang="en-GB" dirty="0"/>
              <a:t> 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starting an I/O action conceptually causes a split in the timeline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the code that initiated the I/O continues running, and the I/O is done alongside it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finally calling a </a:t>
            </a:r>
            <a:r>
              <a:rPr lang="en-GB" b="1" dirty="0" err="1"/>
              <a:t>callback</a:t>
            </a:r>
            <a:r>
              <a:rPr lang="en-GB" b="1" dirty="0"/>
              <a:t> function </a:t>
            </a:r>
            <a:r>
              <a:rPr lang="en-GB" dirty="0"/>
              <a:t>when it is finished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19" name="Google Shape;119;p1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375" y="6043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418383F-F393-3E38-54FE-68002D650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131" y="2253530"/>
            <a:ext cx="4711411" cy="34818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C9A87C8-E15D-35B7-4F16-F442FA15EE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131" y="4013117"/>
            <a:ext cx="2778035" cy="61506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DD27615-A1FD-ABEF-B03A-F5AF70129B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131" y="5859265"/>
            <a:ext cx="2941138" cy="6244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file system module</a:t>
            </a: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3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“</a:t>
            </a:r>
            <a:r>
              <a:rPr lang="en-GB" b="1" dirty="0"/>
              <a:t>fs</a:t>
            </a:r>
            <a:r>
              <a:rPr lang="en-GB" dirty="0"/>
              <a:t>” module provides functions for working with files and directories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 err="1"/>
              <a:t>readFile</a:t>
            </a:r>
            <a:r>
              <a:rPr lang="en-GB" dirty="0"/>
              <a:t>:</a:t>
            </a:r>
            <a:endParaRPr dirty="0"/>
          </a:p>
          <a:p>
            <a:pPr marL="9144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let fs = require('fs');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fs.readFile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test.txt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', 'utf8', function(error, text) {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if(error)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('Error: ' + error);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else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(text);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});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“utf8” argument specifies the character encoding used to decode the file into a string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do not specify it to get the binary data (an array of number for each byte) 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 err="1"/>
              <a:t>writeFile</a:t>
            </a:r>
            <a:r>
              <a:rPr lang="en-GB" dirty="0"/>
              <a:t>:</a:t>
            </a:r>
            <a:endParaRPr dirty="0"/>
          </a:p>
          <a:p>
            <a:pPr marL="9144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let fs = require('fs');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fs.writeFile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output.txt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', 'Node was here', function(error) {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if(error)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('Error: ' + error);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else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('File written');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});</a:t>
            </a:r>
            <a:r>
              <a:rPr lang="en-GB" dirty="0"/>
              <a:t>  </a:t>
            </a:r>
            <a:endParaRPr dirty="0"/>
          </a:p>
        </p:txBody>
      </p:sp>
      <p:pic>
        <p:nvPicPr>
          <p:cNvPr id="126" name="Google Shape;126;p1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4700" y="54590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HTTP Module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205425" y="1275799"/>
            <a:ext cx="8818500" cy="5160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Node it’s a HTTP Server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unlike other languages (e.g. PHP, Java, C#) that run inside a server (e.g. Apache, IIS, etc.)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it </a:t>
            </a:r>
            <a:r>
              <a:rPr lang="en-GB" b="1" dirty="0"/>
              <a:t>acts as a web server</a:t>
            </a:r>
            <a:r>
              <a:rPr lang="en-GB" dirty="0"/>
              <a:t> by default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>
                <a:highlight>
                  <a:srgbClr val="FFFF00"/>
                </a:highlight>
              </a:rPr>
              <a:t>Code: 01.HelloWorldServer.js</a:t>
            </a:r>
            <a:endParaRPr dirty="0">
              <a:highlight>
                <a:srgbClr val="FFFF00"/>
              </a:highlight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b="1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Events</a:t>
            </a:r>
            <a:r>
              <a:rPr lang="en-GB" dirty="0"/>
              <a:t> and </a:t>
            </a:r>
            <a:r>
              <a:rPr lang="en-GB" b="1" dirty="0" err="1"/>
              <a:t>Callbacks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whenever there is a new request to the web server (</a:t>
            </a:r>
            <a:r>
              <a:rPr lang="en-GB" b="1" dirty="0"/>
              <a:t>event</a:t>
            </a:r>
            <a:r>
              <a:rPr lang="en-GB" dirty="0"/>
              <a:t>), it will call the anonymous method we’ve passed to deal with the request (</a:t>
            </a:r>
            <a:r>
              <a:rPr lang="en-GB" b="1" dirty="0" err="1"/>
              <a:t>callback</a:t>
            </a:r>
            <a:r>
              <a:rPr lang="en-GB" dirty="0"/>
              <a:t>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 complete HTTP server in 6 lines of code!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 real web server usually does more:</a:t>
            </a:r>
            <a:endParaRPr dirty="0"/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looks at the request’s method to see what action the client is trying to perform</a:t>
            </a:r>
            <a:endParaRPr dirty="0"/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looks at the request’s URL to find out which resource this action is being performed on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Client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>
                <a:highlight>
                  <a:srgbClr val="FFFF00"/>
                </a:highlight>
              </a:rPr>
              <a:t>Code: 02.HelloWorldClient.js</a:t>
            </a:r>
            <a:endParaRPr dirty="0">
              <a:highlight>
                <a:srgbClr val="FFFF00"/>
              </a:highlight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endParaRPr lang="en-GB" dirty="0"/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-GB" dirty="0"/>
              <a:t>To make requests to HTTPS (secure HTTP) URLs, Node provides a package called https, which contains its own request function, similar to </a:t>
            </a:r>
            <a:r>
              <a:rPr lang="en-GB" dirty="0" err="1"/>
              <a:t>http.request</a:t>
            </a:r>
            <a:endParaRPr dirty="0"/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133" name="Google Shape;133;p2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450" y="5556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311700" y="440708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Async/Await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xfrm>
            <a:off x="155075" y="990050"/>
            <a:ext cx="8818500" cy="55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Before version 7.6, </a:t>
            </a:r>
            <a:r>
              <a:rPr lang="en-GB" dirty="0" err="1"/>
              <a:t>callbacks</a:t>
            </a:r>
            <a:r>
              <a:rPr lang="en-GB" dirty="0"/>
              <a:t> were the only way to run one function after another 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Problem: </a:t>
            </a:r>
            <a:r>
              <a:rPr lang="en-GB" b="1" dirty="0" err="1"/>
              <a:t>callback</a:t>
            </a:r>
            <a:r>
              <a:rPr lang="en-GB" b="1" dirty="0"/>
              <a:t> hell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code can get messy when there are several functions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Function chaining</a:t>
            </a:r>
            <a:br>
              <a:rPr lang="en-GB" b="1" dirty="0"/>
            </a:br>
            <a:r>
              <a:rPr lang="en-GB" b="1" dirty="0"/>
              <a:t>	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function fun1(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, res){ 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return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request.get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u="sng" dirty="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http://localhost:3000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')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			.catch((err) =&gt; {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('found error'); })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    		.then((res) =&gt;{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('get request returned.'); });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●"/>
            </a:pPr>
            <a:r>
              <a:rPr lang="en-GB" b="1" dirty="0"/>
              <a:t>Promises</a:t>
            </a:r>
            <a:r>
              <a:rPr lang="en-GB" dirty="0"/>
              <a:t> 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functions can await the function that returns a promise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function async needs to be declared before awaiting a function</a:t>
            </a:r>
            <a:br>
              <a:rPr lang="en-GB" dirty="0"/>
            </a:br>
            <a:r>
              <a:rPr lang="en-GB" sz="1200" b="1" dirty="0"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function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, res){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 let response = </a:t>
            </a:r>
            <a:r>
              <a:rPr lang="en-GB" sz="1200" b="1" dirty="0"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request.get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</a:t>
            </a:r>
            <a:r>
              <a:rPr lang="en-GB" sz="1200" u="sng" dirty="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http://localhost:3000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');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 if (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response.err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('error'); }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  else { </a:t>
            </a:r>
            <a:r>
              <a:rPr lang="en-GB" sz="12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('fetched response’);</a:t>
            </a:r>
            <a:b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 err="1"/>
              <a:t>request.get</a:t>
            </a:r>
            <a:r>
              <a:rPr lang="en-GB" dirty="0"/>
              <a:t>() function returns a promise for which </a:t>
            </a:r>
            <a:r>
              <a:rPr lang="en-GB" dirty="0" err="1"/>
              <a:t>func</a:t>
            </a:r>
            <a:r>
              <a:rPr lang="en-GB" dirty="0"/>
              <a:t> will await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 err="1"/>
              <a:t>Promisify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takes a function following the common error-first </a:t>
            </a:r>
            <a:r>
              <a:rPr lang="en-GB" dirty="0" err="1"/>
              <a:t>callback</a:t>
            </a:r>
            <a:r>
              <a:rPr lang="en-GB" dirty="0"/>
              <a:t> style, i.e. taking a (err, value) =&gt; ... </a:t>
            </a:r>
            <a:r>
              <a:rPr lang="en-GB" dirty="0" err="1"/>
              <a:t>callback</a:t>
            </a:r>
            <a:r>
              <a:rPr lang="en-GB" dirty="0"/>
              <a:t> as the last argument, and returns a version that returns promises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4"/>
              </a:rPr>
              <a:t>https://nodejs.org/dist/latest-v8.x/docs/api/util.html#util_util_promisify_original</a:t>
            </a:r>
            <a:r>
              <a:rPr lang="en-GB" dirty="0"/>
              <a:t> </a:t>
            </a:r>
            <a:endParaRPr dirty="0"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9925" y="1417950"/>
            <a:ext cx="2412376" cy="1327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39225" y="1385442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Streams</a:t>
            </a:r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703000" cy="54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Collections of data  (like arrays or strings)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might not be available all at once</a:t>
            </a:r>
            <a:r>
              <a:rPr lang="en-GB" dirty="0"/>
              <a:t>, and they don’t have to fit in memory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really powerful when working with large amounts of data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or data that’s coming from an external source one chunk at a time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We have seen two examples of writable streams in the HTTP examples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response object that the server could write to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 request object that was returned from </a:t>
            </a:r>
            <a:r>
              <a:rPr lang="en-GB" dirty="0" err="1"/>
              <a:t>http.request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Four fundamental stream types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b="1" dirty="0"/>
              <a:t>Readable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b="1" dirty="0"/>
              <a:t>Writable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b="1" dirty="0"/>
              <a:t>Duplex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b="1" dirty="0"/>
              <a:t>Transform streams</a:t>
            </a:r>
            <a:endParaRPr b="1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All streams emits events that can be used to read and write data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readable.on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('data', (chunk) =&gt; {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writable.write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(chunk); });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readable.on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('end', () =&gt; {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writable.end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(); });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simpler way to consume streams data is the </a:t>
            </a:r>
            <a:r>
              <a:rPr lang="en-GB" b="1" dirty="0"/>
              <a:t>pipe method</a:t>
            </a:r>
            <a:endParaRPr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readableSrc.pipe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writableDest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urier New"/>
              <a:buChar char="○"/>
            </a:pPr>
            <a:r>
              <a:rPr lang="en-GB" dirty="0"/>
              <a:t>we’re piping the output of a readable stream as the input of a writable stream</a:t>
            </a:r>
            <a:endParaRPr dirty="0"/>
          </a:p>
        </p:txBody>
      </p:sp>
      <p:pic>
        <p:nvPicPr>
          <p:cNvPr id="149" name="Google Shape;149;p2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8275" y="5556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Serving a big file</a:t>
            </a:r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4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An example demonstrating the difference streams can make in code when it comes to memory consumption (</a:t>
            </a:r>
            <a:r>
              <a:rPr lang="en-GB" dirty="0">
                <a:highlight>
                  <a:srgbClr val="FFFF00"/>
                </a:highlight>
              </a:rPr>
              <a:t>code: 03.Streams</a:t>
            </a:r>
            <a:r>
              <a:rPr lang="en-GB" dirty="0"/>
              <a:t>) XXX </a:t>
            </a:r>
            <a:r>
              <a:rPr lang="en-GB" dirty="0" err="1"/>
              <a:t>controllare</a:t>
            </a:r>
            <a:r>
              <a:rPr lang="en-GB" dirty="0"/>
              <a:t> </a:t>
            </a:r>
            <a:r>
              <a:rPr lang="en-GB" dirty="0" err="1"/>
              <a:t>libreria</a:t>
            </a:r>
            <a:r>
              <a:rPr lang="en-GB"/>
              <a:t> Node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sz="10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Create a big file first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run </a:t>
            </a:r>
            <a:r>
              <a:rPr lang="en-GB" dirty="0" err="1"/>
              <a:t>create.js</a:t>
            </a:r>
            <a:r>
              <a:rPr lang="en-GB" dirty="0"/>
              <a:t>, it generates </a:t>
            </a:r>
            <a:r>
              <a:rPr lang="en-GB" dirty="0" err="1"/>
              <a:t>big.file</a:t>
            </a:r>
            <a:r>
              <a:rPr lang="en-GB" dirty="0"/>
              <a:t> ~400 MB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Setup a simple server to exclusively serve the </a:t>
            </a:r>
            <a:r>
              <a:rPr lang="en-GB" dirty="0" err="1"/>
              <a:t>big.file</a:t>
            </a:r>
            <a:r>
              <a:rPr lang="en-GB" dirty="0"/>
              <a:t> (server_1.js)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 gets a request, it serves big file using the asynchronous method, </a:t>
            </a:r>
            <a:r>
              <a:rPr lang="en-GB" dirty="0" err="1"/>
              <a:t>fs.readFile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monitor the memory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when you ran the server, it started with a normal amount of memory, like 8.7 MB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when you sent a request, the memory consumption jumped to 434.8 MB (the whole </a:t>
            </a:r>
            <a:r>
              <a:rPr lang="en-GB" dirty="0" err="1"/>
              <a:t>big.file</a:t>
            </a:r>
            <a:r>
              <a:rPr lang="en-GB" dirty="0"/>
              <a:t> content is in memory before sending it out to the response object)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this is very inefficient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50" b="1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HTTP response object is also a writable stream! 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can pipe the two on each other in order to not consuming ~400 MB of memory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see server_2.js, in particular </a:t>
            </a:r>
            <a:r>
              <a:rPr lang="en-GB" b="1" dirty="0" err="1"/>
              <a:t>createReadStream</a:t>
            </a:r>
            <a:r>
              <a:rPr lang="en-GB" b="1" dirty="0"/>
              <a:t> </a:t>
            </a:r>
            <a:r>
              <a:rPr lang="en-GB" dirty="0"/>
              <a:t>function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now the memory consumption grew by about 25 MB and that’s it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Try server_1.js and server_2.js with a 2GB file (</a:t>
            </a:r>
            <a:r>
              <a:rPr lang="en-GB" dirty="0" err="1"/>
              <a:t>create.js</a:t>
            </a:r>
            <a:r>
              <a:rPr lang="en-GB" dirty="0"/>
              <a:t> with 5 millions of lines)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what’s happens?</a:t>
            </a:r>
            <a:endParaRPr dirty="0"/>
          </a:p>
        </p:txBody>
      </p:sp>
      <p:pic>
        <p:nvPicPr>
          <p:cNvPr id="156" name="Google Shape;156;p2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825" y="5264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A simple file server</a:t>
            </a:r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body" idx="1"/>
          </p:nvPr>
        </p:nvSpPr>
        <p:spPr>
          <a:xfrm>
            <a:off x="162750" y="1494450"/>
            <a:ext cx="8818500" cy="4601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Combine knowledge about HTTP servers and talking to the file system, to create a bridge between them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an HTTP server that allows remote access to a file system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useful for web applications to store and share data, or for a group of people to share a bunch of files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Assumptions: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 we treat files as HTTP resources, the HTTP methods GET, POST and DELETE can be used to read, write, and delete the files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will interpret the path in the request as the path of the file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don’t want to share our whole file system, so we’ll interpret these paths as starting in the server’s working directory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>
                <a:highlight>
                  <a:srgbClr val="FFFF00"/>
                </a:highlight>
              </a:rPr>
              <a:t>Code: 04.FileServer.js</a:t>
            </a:r>
            <a:endParaRPr dirty="0">
              <a:highlight>
                <a:srgbClr val="FFFF00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try with Postman</a:t>
            </a:r>
            <a:endParaRPr dirty="0"/>
          </a:p>
        </p:txBody>
      </p:sp>
      <p:pic>
        <p:nvPicPr>
          <p:cNvPr id="163" name="Google Shape;163;p2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1052" y="604358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Chat Server</a:t>
            </a:r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1"/>
          </p:nvPr>
        </p:nvSpPr>
        <p:spPr>
          <a:xfrm>
            <a:off x="162750" y="1237462"/>
            <a:ext cx="8818500" cy="52852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>
                <a:highlight>
                  <a:srgbClr val="FFFF00"/>
                </a:highlight>
              </a:rPr>
              <a:t>Code: 05.ChatServer.js</a:t>
            </a:r>
            <a:endParaRPr dirty="0">
              <a:highlight>
                <a:srgbClr val="FFFF00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to use it: “telnet localhost 9000”, or on Mac use “</a:t>
            </a:r>
            <a:r>
              <a:rPr lang="en-GB" dirty="0" err="1"/>
              <a:t>nc</a:t>
            </a:r>
            <a:r>
              <a:rPr lang="en-GB" dirty="0"/>
              <a:t>” (</a:t>
            </a:r>
            <a:r>
              <a:rPr lang="en-GB" dirty="0" err="1"/>
              <a:t>netcat</a:t>
            </a:r>
            <a:r>
              <a:rPr lang="en-GB" dirty="0"/>
              <a:t>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9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Use of the “net” library, which contains all TCP stuff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9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Two event listeners: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one for the “connection” event: when a new client arrives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Char char="○"/>
            </a:pPr>
            <a:r>
              <a:rPr lang="en-GB" dirty="0"/>
              <a:t>one to manage data coming from each client (“on” event)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sz="1500" dirty="0"/>
              <a:t>in the scope of the previous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9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Possibility to decorate objects with additional properties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9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Fatal flaw!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if a client disconnect, it fails horribly!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900" dirty="0"/>
          </a:p>
          <a:p>
            <a:pPr indent="-323850">
              <a:buSzPts val="1500"/>
              <a:buChar char="○"/>
            </a:pPr>
            <a:r>
              <a:rPr lang="en-GB" dirty="0">
                <a:highlight>
                  <a:srgbClr val="FFFF00"/>
                </a:highlight>
              </a:rPr>
              <a:t>code: 06.RobustChatServer.js</a:t>
            </a:r>
            <a:endParaRPr dirty="0">
              <a:highlight>
                <a:srgbClr val="FFFF00"/>
              </a:highlight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have to remove a client from the list when it disconnect, so we stop making write method call on it (and V8 garbage collector can reclaim that memory)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have to be more defensive when we write to a socket by checking if the socket is writable or not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add a method to log errors that can occur to clients</a:t>
            </a:r>
            <a:endParaRPr dirty="0"/>
          </a:p>
        </p:txBody>
      </p:sp>
      <p:pic>
        <p:nvPicPr>
          <p:cNvPr id="176" name="Google Shape;176;p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6768" y="5633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8408" y="4842789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</a:t>
            </a:r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1"/>
          </p:nvPr>
        </p:nvSpPr>
        <p:spPr>
          <a:xfrm>
            <a:off x="202700" y="1017597"/>
            <a:ext cx="8818500" cy="5635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A web application framework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allows to set up middleware to respond to HTTP requests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defines a routing table to perform different actions based on HTTP Method and URL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install express --save </a:t>
            </a:r>
            <a:r>
              <a:rPr lang="en-GB" dirty="0"/>
              <a:t>(--save, install the module globally)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Hello world example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express = require('express');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app = express();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b="1" dirty="0" err="1">
                <a:latin typeface="Courier New"/>
                <a:ea typeface="Courier New"/>
                <a:cs typeface="Courier New"/>
                <a:sym typeface="Courier New"/>
              </a:rPr>
              <a:t>app.get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00" b="1" dirty="0">
                <a:latin typeface="Courier New"/>
                <a:ea typeface="Courier New"/>
                <a:cs typeface="Courier New"/>
                <a:sym typeface="Courier New"/>
              </a:rPr>
              <a:t>'/'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, function (</a:t>
            </a:r>
            <a:r>
              <a:rPr lang="en-GB" sz="1400" b="1" dirty="0" err="1">
                <a:latin typeface="Courier New"/>
                <a:ea typeface="Courier New"/>
                <a:cs typeface="Courier New"/>
                <a:sym typeface="Courier New"/>
              </a:rPr>
              <a:t>req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400" b="1" dirty="0">
                <a:latin typeface="Courier New"/>
                <a:ea typeface="Courier New"/>
                <a:cs typeface="Courier New"/>
                <a:sym typeface="Courier New"/>
              </a:rPr>
              <a:t>res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res.send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('Hello World'); })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server =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app.listen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(8081, function () {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host =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server.address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().address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 port = 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server.address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().port</a:t>
            </a:r>
            <a:b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GB" sz="14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400" dirty="0">
                <a:latin typeface="Courier New"/>
                <a:ea typeface="Courier New"/>
                <a:cs typeface="Courier New"/>
                <a:sym typeface="Courier New"/>
              </a:rPr>
              <a:t>("Example app listening at http://%s:%s", host, port) })</a:t>
            </a: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Express uses </a:t>
            </a:r>
            <a:r>
              <a:rPr lang="en-GB" dirty="0" err="1"/>
              <a:t>callback</a:t>
            </a:r>
            <a:r>
              <a:rPr lang="en-GB" dirty="0"/>
              <a:t> functions with </a:t>
            </a:r>
            <a:r>
              <a:rPr lang="en-GB" b="1" dirty="0"/>
              <a:t>request</a:t>
            </a:r>
            <a:r>
              <a:rPr lang="en-GB" dirty="0"/>
              <a:t> and </a:t>
            </a:r>
            <a:r>
              <a:rPr lang="en-GB" b="1" dirty="0"/>
              <a:t>response</a:t>
            </a:r>
            <a:r>
              <a:rPr lang="en-GB" dirty="0"/>
              <a:t> objects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request has properties for the query string, parameters, body, headers, and so on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response object represents the HTTP response </a:t>
            </a: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Basic routing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use methods of the Express app object that correspond to HTTP methods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 err="1"/>
              <a:t>app.get</a:t>
            </a:r>
            <a:r>
              <a:rPr lang="en-GB" dirty="0"/>
              <a:t>(), </a:t>
            </a:r>
            <a:r>
              <a:rPr lang="en-GB" dirty="0" err="1"/>
              <a:t>app.post</a:t>
            </a:r>
            <a:r>
              <a:rPr lang="en-GB" dirty="0"/>
              <a:t>, ...</a:t>
            </a:r>
            <a:endParaRPr dirty="0"/>
          </a:p>
        </p:txBody>
      </p:sp>
      <p:pic>
        <p:nvPicPr>
          <p:cNvPr id="184" name="Google Shape;184;p2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8550" y="555625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1219" y="4823508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</a:t>
            </a:r>
            <a:endParaRPr/>
          </a:p>
        </p:txBody>
      </p:sp>
      <p:sp>
        <p:nvSpPr>
          <p:cNvPr id="191" name="Google Shape;191;p28"/>
          <p:cNvSpPr txBox="1">
            <a:spLocks noGrp="1"/>
          </p:cNvSpPr>
          <p:nvPr>
            <p:ph type="body" idx="1"/>
          </p:nvPr>
        </p:nvSpPr>
        <p:spPr>
          <a:xfrm>
            <a:off x="202700" y="1201232"/>
            <a:ext cx="8818500" cy="53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Middleware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small piece of code that sits in between the request event and the route (.post())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to reuse code for common tasks (authentication, logging, streaming data)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make code more clear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example: body-parser 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npm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install body-parser)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5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Let’s build Twitter!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write a simple web application (like Twitter) using Express</a:t>
            </a:r>
            <a:endParaRPr dirty="0"/>
          </a:p>
          <a:p>
            <a:pPr lvl="1">
              <a:spcBef>
                <a:spcPts val="0"/>
              </a:spcBef>
            </a:pPr>
            <a:r>
              <a:rPr lang="en-GB" sz="1600" dirty="0">
                <a:highlight>
                  <a:srgbClr val="FFFF00"/>
                </a:highlight>
              </a:rPr>
              <a:t>Code: 07.Twitter.js</a:t>
            </a:r>
            <a:endParaRPr dirty="0">
              <a:highlight>
                <a:srgbClr val="FFFF00"/>
              </a:highlight>
            </a:endParaRPr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open browser to: </a:t>
            </a:r>
            <a:r>
              <a:rPr lang="en-GB" u="sng" dirty="0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http://localhost:8000/tweets</a:t>
            </a:r>
            <a:endParaRPr dirty="0"/>
          </a:p>
          <a:p>
            <a:pPr lvl="2" indent="-323850">
              <a:spcBef>
                <a:spcPts val="0"/>
              </a:spcBef>
              <a:buSzPts val="1500"/>
              <a:buChar char="○"/>
            </a:pPr>
            <a:r>
              <a:rPr lang="en-GB" dirty="0"/>
              <a:t>use Postman to send tweets </a:t>
            </a:r>
            <a:endParaRPr dirty="0"/>
          </a:p>
          <a:p>
            <a:pPr lvl="3" indent="-323850">
              <a:spcBef>
                <a:spcPts val="0"/>
              </a:spcBef>
              <a:buSzPts val="1500"/>
              <a:buChar char="■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POST </a:t>
            </a:r>
            <a:r>
              <a:rPr lang="en-GB" dirty="0"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http://localhost:8000/send</a:t>
            </a:r>
            <a:br>
              <a:rPr lang="en-GB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body: tweet=ciao come 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stai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?</a:t>
            </a:r>
          </a:p>
          <a:p>
            <a:pPr marL="1371600" marR="0" lvl="2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500" b="1" dirty="0"/>
              <a:t>Test-Driver Development (TDD)!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useful to write test to make sure our code is working correctly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write test BEFORE code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b="1" dirty="0"/>
              <a:t>Assert</a:t>
            </a:r>
            <a:r>
              <a:rPr lang="en-GB" dirty="0"/>
              <a:t>: a core module to test returned values in several way and throwing exceptions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>
                <a:highlight>
                  <a:srgbClr val="FFFF00"/>
                </a:highlight>
              </a:rPr>
              <a:t>Code: 08.TwitterTest.js</a:t>
            </a:r>
            <a:endParaRPr dirty="0">
              <a:highlight>
                <a:srgbClr val="FFFF00"/>
              </a:highlight>
            </a:endParaRPr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we will see more advanced tools to develop </a:t>
            </a:r>
            <a:r>
              <a:rPr lang="en-GB" b="1" dirty="0"/>
              <a:t>unit-testing</a:t>
            </a:r>
            <a:endParaRPr b="1" dirty="0"/>
          </a:p>
        </p:txBody>
      </p:sp>
      <p:pic>
        <p:nvPicPr>
          <p:cNvPr id="192" name="Google Shape;19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2575" y="164950"/>
            <a:ext cx="5201900" cy="139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83900" y="1303750"/>
            <a:ext cx="296550" cy="25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>
            <a:hlinkClick r:id="rId8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29991" y="2937053"/>
            <a:ext cx="296550" cy="2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8">
            <a:hlinkClick r:id="rId9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28450" y="4966489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Event Loop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body" idx="1"/>
          </p:nvPr>
        </p:nvSpPr>
        <p:spPr>
          <a:xfrm>
            <a:off x="162750" y="1043725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Events in JavaScript are always a core part of the language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it’s designed for user interaction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on the server we have an infinite variety of events, not just the user-driver interaction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Event Loop: the JS system to deal with incoming requests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all I/O activities should be </a:t>
            </a:r>
            <a:r>
              <a:rPr lang="en-GB" b="1" dirty="0"/>
              <a:t>non-blocking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HTTP requests, database queries, file I/O, etc. do not halt the execution until they return data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they run independently and then emit an event when their data is available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 err="1"/>
              <a:t>Callbacks</a:t>
            </a:r>
            <a:endParaRPr b="1"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JavaScript lets events drive the action, but it’s </a:t>
            </a:r>
            <a:r>
              <a:rPr lang="en-GB" b="1" dirty="0"/>
              <a:t>single-threaded</a:t>
            </a:r>
            <a:endParaRPr b="1" dirty="0"/>
          </a:p>
        </p:txBody>
      </p:sp>
      <p:pic>
        <p:nvPicPr>
          <p:cNvPr id="208" name="Google Shape;208;p30"/>
          <p:cNvPicPr preferRelativeResize="0"/>
          <p:nvPr/>
        </p:nvPicPr>
        <p:blipFill rotWithShape="1">
          <a:blip r:embed="rId3">
            <a:alphaModFix/>
          </a:blip>
          <a:srcRect t="19739" b="4220"/>
          <a:stretch/>
        </p:blipFill>
        <p:spPr>
          <a:xfrm>
            <a:off x="274725" y="4059427"/>
            <a:ext cx="4277676" cy="243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 rotWithShape="1">
          <a:blip r:embed="rId4">
            <a:alphaModFix/>
          </a:blip>
          <a:srcRect t="19801" b="5643"/>
          <a:stretch/>
        </p:blipFill>
        <p:spPr>
          <a:xfrm>
            <a:off x="4526272" y="4001024"/>
            <a:ext cx="4591601" cy="256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89850" y="555625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Event Loop</a:t>
            </a: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/>
              <a:t>The message </a:t>
            </a:r>
            <a:r>
              <a:rPr lang="en-GB" b="1"/>
              <a:t>queue</a:t>
            </a:r>
            <a:r>
              <a:rPr lang="en-GB"/>
              <a:t> is a list of messages to be processed</a:t>
            </a:r>
            <a:endParaRPr/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while(queue.waitForMessage()){</a:t>
            </a:r>
            <a:br>
              <a:rPr lang="en-GB" sz="160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60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  queue.processNextMessage();</a:t>
            </a:r>
            <a:br>
              <a:rPr lang="en-GB" sz="160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GB" sz="1600">
                <a:solidFill>
                  <a:srgbClr val="000000"/>
                </a:solidFill>
                <a:highlight>
                  <a:srgbClr val="FAFBFC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rgbClr val="000000"/>
              </a:solidFill>
              <a:highlight>
                <a:srgbClr val="FAFBF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500"/>
          </a:p>
        </p:txBody>
      </p:sp>
      <p:pic>
        <p:nvPicPr>
          <p:cNvPr id="217" name="Google Shape;217;p31"/>
          <p:cNvPicPr preferRelativeResize="0"/>
          <p:nvPr/>
        </p:nvPicPr>
        <p:blipFill rotWithShape="1">
          <a:blip r:embed="rId3">
            <a:alphaModFix/>
          </a:blip>
          <a:srcRect l="6477" t="10657" r="8740" b="10103"/>
          <a:stretch/>
        </p:blipFill>
        <p:spPr>
          <a:xfrm>
            <a:off x="900088" y="2356375"/>
            <a:ext cx="7343824" cy="38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Node.js and IoT?</a:t>
            </a:r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body" idx="1"/>
          </p:nvPr>
        </p:nvSpPr>
        <p:spPr>
          <a:xfrm>
            <a:off x="162750" y="1369650"/>
            <a:ext cx="8818500" cy="4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Scalability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when everything begins to acquire intelligence and require data management, network control and design will need to change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Google V8 engine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speed, scalability, efficiency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great to develop data-intensive, real-time applications</a:t>
            </a: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Effective communication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APIs fit well the IoT model</a:t>
            </a:r>
            <a:endParaRPr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it’s extremely efficient build REST API with Node.js (e.g. </a:t>
            </a:r>
            <a:r>
              <a:rPr lang="en-GB" dirty="0" err="1"/>
              <a:t>Linkedin</a:t>
            </a:r>
            <a:r>
              <a:rPr lang="en-GB" dirty="0"/>
              <a:t> builds  its mobile API)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many frameworks: </a:t>
            </a:r>
            <a:r>
              <a:rPr lang="en-GB" dirty="0" err="1"/>
              <a:t>Hapi</a:t>
            </a:r>
            <a:r>
              <a:rPr lang="en-GB" dirty="0"/>
              <a:t>, </a:t>
            </a:r>
            <a:r>
              <a:rPr lang="en-GB" dirty="0" err="1"/>
              <a:t>Restify</a:t>
            </a:r>
            <a:r>
              <a:rPr lang="en-GB" dirty="0"/>
              <a:t>, </a:t>
            </a:r>
            <a:r>
              <a:rPr lang="en-GB" b="1" dirty="0"/>
              <a:t>Express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devices (sensors, beacons, wearables, etc.) generate large floods of requests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Node is well suited for managing these requests via streams that can be processed and monitored very efficiently</a:t>
            </a:r>
            <a:endParaRPr dirty="0"/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no caching, no temporary-data - just stream from one place to another</a:t>
            </a:r>
          </a:p>
          <a:p>
            <a: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Resources</a:t>
            </a:r>
            <a:endParaRPr b="1" dirty="0"/>
          </a:p>
          <a:p>
            <a:pPr marL="914400" marR="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Node.js has very low resource requirements</a:t>
            </a:r>
            <a:endParaRPr dirty="0"/>
          </a:p>
        </p:txBody>
      </p:sp>
      <p:pic>
        <p:nvPicPr>
          <p:cNvPr id="224" name="Google Shape;224;p3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0625" y="555650"/>
            <a:ext cx="296550" cy="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 Activity</a:t>
            </a:r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Improve the file server in order to create folders. Add support for a method PUT, which should create a directory by calling </a:t>
            </a:r>
            <a:r>
              <a:rPr lang="en-GB" dirty="0" err="1"/>
              <a:t>fs.mkdir</a:t>
            </a:r>
            <a:endParaRPr lang="en-GB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endParaRPr lang="en-GB"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●"/>
            </a:pPr>
            <a:r>
              <a:rPr lang="en-GB" dirty="0"/>
              <a:t>Improve the Twitter application in order to provide a support for hashtags. The term in the URL path of a GET is the hashtag, the server has to provide just the posts containing that word</a:t>
            </a:r>
            <a:endParaRPr dirty="0"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2705</Words>
  <Application>Microsoft Macintosh PowerPoint</Application>
  <PresentationFormat>Presentazione su schermo (4:3)</PresentationFormat>
  <Paragraphs>276</Paragraphs>
  <Slides>19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4" baseType="lpstr">
      <vt:lpstr>Economica</vt:lpstr>
      <vt:lpstr>Open Sans</vt:lpstr>
      <vt:lpstr>Courier New</vt:lpstr>
      <vt:lpstr>Arial</vt:lpstr>
      <vt:lpstr>Luxe</vt:lpstr>
      <vt:lpstr>Node.js</vt:lpstr>
      <vt:lpstr>What is?</vt:lpstr>
      <vt:lpstr>What is?</vt:lpstr>
      <vt:lpstr>NPM</vt:lpstr>
      <vt:lpstr>Package.json</vt:lpstr>
      <vt:lpstr>Synchronous vs Asynchronous </vt:lpstr>
      <vt:lpstr>The file system module</vt:lpstr>
      <vt:lpstr>The HTTP Module</vt:lpstr>
      <vt:lpstr>Async/Await</vt:lpstr>
      <vt:lpstr>Streams</vt:lpstr>
      <vt:lpstr>Serving a big file</vt:lpstr>
      <vt:lpstr> A simple file server</vt:lpstr>
      <vt:lpstr>A Chat Server</vt:lpstr>
      <vt:lpstr>Express</vt:lpstr>
      <vt:lpstr>Express</vt:lpstr>
      <vt:lpstr>The Event Loop</vt:lpstr>
      <vt:lpstr>The Event Loop</vt:lpstr>
      <vt:lpstr>Why Node.js and IoT?</vt:lpstr>
      <vt:lpstr>Hands-on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Node.js</dc:title>
  <cp:lastModifiedBy>Riccardo Berta</cp:lastModifiedBy>
  <cp:revision>1</cp:revision>
  <dcterms:modified xsi:type="dcterms:W3CDTF">2023-04-19T13:10:19Z</dcterms:modified>
</cp:coreProperties>
</file>